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403" r:id="rId2"/>
    <p:sldId id="459" r:id="rId3"/>
    <p:sldId id="402" r:id="rId4"/>
    <p:sldId id="405" r:id="rId5"/>
    <p:sldId id="460" r:id="rId6"/>
    <p:sldId id="325" r:id="rId7"/>
    <p:sldId id="401" r:id="rId8"/>
    <p:sldId id="371" r:id="rId9"/>
    <p:sldId id="373" r:id="rId10"/>
    <p:sldId id="372" r:id="rId11"/>
    <p:sldId id="355" r:id="rId12"/>
    <p:sldId id="287" r:id="rId13"/>
    <p:sldId id="288" r:id="rId14"/>
    <p:sldId id="307" r:id="rId15"/>
    <p:sldId id="308" r:id="rId16"/>
    <p:sldId id="361" r:id="rId17"/>
    <p:sldId id="357" r:id="rId18"/>
    <p:sldId id="358" r:id="rId19"/>
    <p:sldId id="289" r:id="rId20"/>
    <p:sldId id="290" r:id="rId21"/>
    <p:sldId id="359" r:id="rId22"/>
    <p:sldId id="284" r:id="rId23"/>
    <p:sldId id="345" r:id="rId24"/>
    <p:sldId id="346" r:id="rId25"/>
    <p:sldId id="349" r:id="rId26"/>
    <p:sldId id="382" r:id="rId27"/>
    <p:sldId id="381" r:id="rId28"/>
    <p:sldId id="380" r:id="rId29"/>
    <p:sldId id="379" r:id="rId30"/>
    <p:sldId id="378" r:id="rId31"/>
    <p:sldId id="376" r:id="rId32"/>
    <p:sldId id="375" r:id="rId33"/>
    <p:sldId id="374" r:id="rId34"/>
    <p:sldId id="347" r:id="rId35"/>
    <p:sldId id="318" r:id="rId36"/>
    <p:sldId id="350" r:id="rId37"/>
    <p:sldId id="383" r:id="rId38"/>
    <p:sldId id="293" r:id="rId39"/>
    <p:sldId id="306" r:id="rId40"/>
    <p:sldId id="323" r:id="rId41"/>
    <p:sldId id="384" r:id="rId42"/>
    <p:sldId id="324" r:id="rId43"/>
    <p:sldId id="297" r:id="rId44"/>
    <p:sldId id="326" r:id="rId45"/>
    <p:sldId id="298" r:id="rId46"/>
    <p:sldId id="299" r:id="rId47"/>
    <p:sldId id="329" r:id="rId48"/>
    <p:sldId id="462" r:id="rId49"/>
    <p:sldId id="327" r:id="rId50"/>
    <p:sldId id="406" r:id="rId51"/>
  </p:sldIdLst>
  <p:sldSz cx="9144000" cy="6858000" type="screen4x3"/>
  <p:notesSz cx="6797675" cy="9926638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54" autoAdjust="0"/>
    <p:restoredTop sz="94639" autoAdjust="0"/>
  </p:normalViewPr>
  <p:slideViewPr>
    <p:cSldViewPr>
      <p:cViewPr varScale="1">
        <p:scale>
          <a:sx n="156" d="100"/>
          <a:sy n="156" d="100"/>
        </p:scale>
        <p:origin x="1842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Petersen" userId="e55a0ce1-cf7f-4e22-b578-23c49e58975c" providerId="ADAL" clId="{6E72C550-2C0C-48D5-B50F-B23A83ED162C}"/>
    <pc:docChg chg="undo custSel addSld delSld modSld sldOrd">
      <pc:chgData name="Jan Petersen" userId="e55a0ce1-cf7f-4e22-b578-23c49e58975c" providerId="ADAL" clId="{6E72C550-2C0C-48D5-B50F-B23A83ED162C}" dt="2025-02-20T08:29:54.188" v="901" actId="47"/>
      <pc:docMkLst>
        <pc:docMk/>
      </pc:docMkLst>
      <pc:sldChg chg="del">
        <pc:chgData name="Jan Petersen" userId="e55a0ce1-cf7f-4e22-b578-23c49e58975c" providerId="ADAL" clId="{6E72C550-2C0C-48D5-B50F-B23A83ED162C}" dt="2022-02-22T10:44:38.352" v="1" actId="47"/>
        <pc:sldMkLst>
          <pc:docMk/>
          <pc:sldMk cId="2660594256" sldId="264"/>
        </pc:sldMkLst>
      </pc:sldChg>
      <pc:sldChg chg="addSp delSp modSp mod">
        <pc:chgData name="Jan Petersen" userId="e55a0ce1-cf7f-4e22-b578-23c49e58975c" providerId="ADAL" clId="{6E72C550-2C0C-48D5-B50F-B23A83ED162C}" dt="2024-02-21T09:04:23.071" v="401" actId="14826"/>
        <pc:sldMkLst>
          <pc:docMk/>
          <pc:sldMk cId="4588405" sldId="284"/>
        </pc:sldMkLst>
      </pc:sldChg>
      <pc:sldChg chg="addSp delSp modSp add mod">
        <pc:chgData name="Jan Petersen" userId="e55a0ce1-cf7f-4e22-b578-23c49e58975c" providerId="ADAL" clId="{6E72C550-2C0C-48D5-B50F-B23A83ED162C}" dt="2025-02-20T08:29:41.311" v="900" actId="14100"/>
        <pc:sldMkLst>
          <pc:docMk/>
          <pc:sldMk cId="2771834920" sldId="293"/>
        </pc:sldMkLst>
        <pc:spChg chg="add mod">
          <ac:chgData name="Jan Petersen" userId="e55a0ce1-cf7f-4e22-b578-23c49e58975c" providerId="ADAL" clId="{6E72C550-2C0C-48D5-B50F-B23A83ED162C}" dt="2025-02-20T08:29:41.311" v="900" actId="14100"/>
          <ac:spMkLst>
            <pc:docMk/>
            <pc:sldMk cId="2771834920" sldId="293"/>
            <ac:spMk id="3" creationId="{6875785C-BE6F-68FD-254E-E1B8C17D478F}"/>
          </ac:spMkLst>
        </pc:spChg>
      </pc:sldChg>
      <pc:sldChg chg="del">
        <pc:chgData name="Jan Petersen" userId="e55a0ce1-cf7f-4e22-b578-23c49e58975c" providerId="ADAL" clId="{6E72C550-2C0C-48D5-B50F-B23A83ED162C}" dt="2025-02-20T08:26:20.563" v="890" actId="2696"/>
        <pc:sldMkLst>
          <pc:docMk/>
          <pc:sldMk cId="3709455644" sldId="293"/>
        </pc:sldMkLst>
      </pc:sldChg>
      <pc:sldChg chg="del">
        <pc:chgData name="Jan Petersen" userId="e55a0ce1-cf7f-4e22-b578-23c49e58975c" providerId="ADAL" clId="{6E72C550-2C0C-48D5-B50F-B23A83ED162C}" dt="2025-02-19T10:26:46.400" v="583" actId="47"/>
        <pc:sldMkLst>
          <pc:docMk/>
          <pc:sldMk cId="1796460802" sldId="319"/>
        </pc:sldMkLst>
      </pc:sldChg>
      <pc:sldChg chg="modSp mod">
        <pc:chgData name="Jan Petersen" userId="e55a0ce1-cf7f-4e22-b578-23c49e58975c" providerId="ADAL" clId="{6E72C550-2C0C-48D5-B50F-B23A83ED162C}" dt="2022-02-22T11:19:06.245" v="113" actId="1036"/>
        <pc:sldMkLst>
          <pc:docMk/>
          <pc:sldMk cId="128583361" sldId="322"/>
        </pc:sldMkLst>
      </pc:sldChg>
      <pc:sldChg chg="addSp delSp modSp mod">
        <pc:chgData name="Jan Petersen" userId="e55a0ce1-cf7f-4e22-b578-23c49e58975c" providerId="ADAL" clId="{6E72C550-2C0C-48D5-B50F-B23A83ED162C}" dt="2022-02-22T11:19:29.673" v="116" actId="167"/>
        <pc:sldMkLst>
          <pc:docMk/>
          <pc:sldMk cId="1794633091" sldId="323"/>
        </pc:sldMkLst>
      </pc:sldChg>
      <pc:sldChg chg="addSp modSp add mod">
        <pc:chgData name="Jan Petersen" userId="e55a0ce1-cf7f-4e22-b578-23c49e58975c" providerId="ADAL" clId="{6E72C550-2C0C-48D5-B50F-B23A83ED162C}" dt="2025-02-19T09:27:02.289" v="511" actId="1076"/>
        <pc:sldMkLst>
          <pc:docMk/>
          <pc:sldMk cId="790987586" sldId="325"/>
        </pc:sldMkLst>
        <pc:spChg chg="mod">
          <ac:chgData name="Jan Petersen" userId="e55a0ce1-cf7f-4e22-b578-23c49e58975c" providerId="ADAL" clId="{6E72C550-2C0C-48D5-B50F-B23A83ED162C}" dt="2025-02-19T09:25:08.573" v="497" actId="14100"/>
          <ac:spMkLst>
            <pc:docMk/>
            <pc:sldMk cId="790987586" sldId="325"/>
            <ac:spMk id="7" creationId="{00000000-0000-0000-0000-000000000000}"/>
          </ac:spMkLst>
        </pc:spChg>
        <pc:picChg chg="add mod ord">
          <ac:chgData name="Jan Petersen" userId="e55a0ce1-cf7f-4e22-b578-23c49e58975c" providerId="ADAL" clId="{6E72C550-2C0C-48D5-B50F-B23A83ED162C}" dt="2025-02-19T09:27:02.289" v="511" actId="1076"/>
          <ac:picMkLst>
            <pc:docMk/>
            <pc:sldMk cId="790987586" sldId="325"/>
            <ac:picMk id="3" creationId="{D4E4921D-9531-7678-F522-9C3F40E8A945}"/>
          </ac:picMkLst>
        </pc:picChg>
      </pc:sldChg>
      <pc:sldChg chg="modSp mod">
        <pc:chgData name="Jan Petersen" userId="e55a0ce1-cf7f-4e22-b578-23c49e58975c" providerId="ADAL" clId="{6E72C550-2C0C-48D5-B50F-B23A83ED162C}" dt="2025-02-19T10:26:33.309" v="582" actId="20577"/>
        <pc:sldMkLst>
          <pc:docMk/>
          <pc:sldMk cId="2894782338" sldId="327"/>
        </pc:sldMkLst>
        <pc:spChg chg="mod">
          <ac:chgData name="Jan Petersen" userId="e55a0ce1-cf7f-4e22-b578-23c49e58975c" providerId="ADAL" clId="{6E72C550-2C0C-48D5-B50F-B23A83ED162C}" dt="2025-02-19T10:26:33.309" v="582" actId="20577"/>
          <ac:spMkLst>
            <pc:docMk/>
            <pc:sldMk cId="2894782338" sldId="327"/>
            <ac:spMk id="5" creationId="{00000000-0000-0000-0000-000000000000}"/>
          </ac:spMkLst>
        </pc:spChg>
      </pc:sldChg>
      <pc:sldChg chg="delSp modSp mod">
        <pc:chgData name="Jan Petersen" userId="e55a0ce1-cf7f-4e22-b578-23c49e58975c" providerId="ADAL" clId="{6E72C550-2C0C-48D5-B50F-B23A83ED162C}" dt="2025-02-19T12:29:03.848" v="653" actId="1036"/>
        <pc:sldMkLst>
          <pc:docMk/>
          <pc:sldMk cId="1561164029" sldId="329"/>
        </pc:sldMkLst>
        <pc:spChg chg="mod">
          <ac:chgData name="Jan Petersen" userId="e55a0ce1-cf7f-4e22-b578-23c49e58975c" providerId="ADAL" clId="{6E72C550-2C0C-48D5-B50F-B23A83ED162C}" dt="2025-02-19T12:28:38.921" v="646" actId="14100"/>
          <ac:spMkLst>
            <pc:docMk/>
            <pc:sldMk cId="1561164029" sldId="329"/>
            <ac:spMk id="4" creationId="{00000000-0000-0000-0000-000000000000}"/>
          </ac:spMkLst>
        </pc:spChg>
        <pc:spChg chg="mod">
          <ac:chgData name="Jan Petersen" userId="e55a0ce1-cf7f-4e22-b578-23c49e58975c" providerId="ADAL" clId="{6E72C550-2C0C-48D5-B50F-B23A83ED162C}" dt="2025-02-19T12:28:32.222" v="644" actId="14100"/>
          <ac:spMkLst>
            <pc:docMk/>
            <pc:sldMk cId="1561164029" sldId="329"/>
            <ac:spMk id="6" creationId="{00000000-0000-0000-0000-000000000000}"/>
          </ac:spMkLst>
        </pc:spChg>
        <pc:spChg chg="mod">
          <ac:chgData name="Jan Petersen" userId="e55a0ce1-cf7f-4e22-b578-23c49e58975c" providerId="ADAL" clId="{6E72C550-2C0C-48D5-B50F-B23A83ED162C}" dt="2025-02-19T12:28:18.025" v="641" actId="1076"/>
          <ac:spMkLst>
            <pc:docMk/>
            <pc:sldMk cId="1561164029" sldId="329"/>
            <ac:spMk id="7" creationId="{00000000-0000-0000-0000-000000000000}"/>
          </ac:spMkLst>
        </pc:spChg>
        <pc:spChg chg="mod">
          <ac:chgData name="Jan Petersen" userId="e55a0ce1-cf7f-4e22-b578-23c49e58975c" providerId="ADAL" clId="{6E72C550-2C0C-48D5-B50F-B23A83ED162C}" dt="2025-02-19T12:29:03.848" v="653" actId="1036"/>
          <ac:spMkLst>
            <pc:docMk/>
            <pc:sldMk cId="1561164029" sldId="329"/>
            <ac:spMk id="15" creationId="{00000000-0000-0000-0000-000000000000}"/>
          </ac:spMkLst>
        </pc:spChg>
        <pc:spChg chg="mod">
          <ac:chgData name="Jan Petersen" userId="e55a0ce1-cf7f-4e22-b578-23c49e58975c" providerId="ADAL" clId="{6E72C550-2C0C-48D5-B50F-B23A83ED162C}" dt="2025-02-19T12:29:03.848" v="653" actId="1036"/>
          <ac:spMkLst>
            <pc:docMk/>
            <pc:sldMk cId="1561164029" sldId="329"/>
            <ac:spMk id="16" creationId="{00000000-0000-0000-0000-000000000000}"/>
          </ac:spMkLst>
        </pc:spChg>
      </pc:sldChg>
      <pc:sldChg chg="del">
        <pc:chgData name="Jan Petersen" userId="e55a0ce1-cf7f-4e22-b578-23c49e58975c" providerId="ADAL" clId="{6E72C550-2C0C-48D5-B50F-B23A83ED162C}" dt="2023-03-01T12:47:15.165" v="184" actId="47"/>
        <pc:sldMkLst>
          <pc:docMk/>
          <pc:sldMk cId="4047343844" sldId="330"/>
        </pc:sldMkLst>
      </pc:sldChg>
      <pc:sldChg chg="delSp del mod">
        <pc:chgData name="Jan Petersen" userId="e55a0ce1-cf7f-4e22-b578-23c49e58975c" providerId="ADAL" clId="{6E72C550-2C0C-48D5-B50F-B23A83ED162C}" dt="2022-02-22T10:58:11.245" v="46" actId="47"/>
        <pc:sldMkLst>
          <pc:docMk/>
          <pc:sldMk cId="272861948" sldId="331"/>
        </pc:sldMkLst>
      </pc:sldChg>
      <pc:sldChg chg="modSp del mod">
        <pc:chgData name="Jan Petersen" userId="e55a0ce1-cf7f-4e22-b578-23c49e58975c" providerId="ADAL" clId="{6E72C550-2C0C-48D5-B50F-B23A83ED162C}" dt="2023-03-01T13:03:04.715" v="186" actId="47"/>
        <pc:sldMkLst>
          <pc:docMk/>
          <pc:sldMk cId="1369549438" sldId="336"/>
        </pc:sldMkLst>
      </pc:sldChg>
      <pc:sldChg chg="addSp modSp mod">
        <pc:chgData name="Jan Petersen" userId="e55a0ce1-cf7f-4e22-b578-23c49e58975c" providerId="ADAL" clId="{6E72C550-2C0C-48D5-B50F-B23A83ED162C}" dt="2025-02-19T10:11:37.169" v="563" actId="1038"/>
        <pc:sldMkLst>
          <pc:docMk/>
          <pc:sldMk cId="2654614602" sldId="346"/>
        </pc:sldMkLst>
        <pc:spChg chg="add mod">
          <ac:chgData name="Jan Petersen" userId="e55a0ce1-cf7f-4e22-b578-23c49e58975c" providerId="ADAL" clId="{6E72C550-2C0C-48D5-B50F-B23A83ED162C}" dt="2025-02-19T10:11:31.270" v="562" actId="1035"/>
          <ac:spMkLst>
            <pc:docMk/>
            <pc:sldMk cId="2654614602" sldId="346"/>
            <ac:spMk id="3" creationId="{F66D7E90-E1B4-F6AD-F5BC-4C2E9BACCE24}"/>
          </ac:spMkLst>
        </pc:spChg>
        <pc:spChg chg="add mod">
          <ac:chgData name="Jan Petersen" userId="e55a0ce1-cf7f-4e22-b578-23c49e58975c" providerId="ADAL" clId="{6E72C550-2C0C-48D5-B50F-B23A83ED162C}" dt="2025-02-19T10:10:01.504" v="557" actId="164"/>
          <ac:spMkLst>
            <pc:docMk/>
            <pc:sldMk cId="2654614602" sldId="346"/>
            <ac:spMk id="4" creationId="{FA0057BF-94CC-C400-85FE-CD00469B85FF}"/>
          </ac:spMkLst>
        </pc:spChg>
        <pc:spChg chg="add mod">
          <ac:chgData name="Jan Petersen" userId="e55a0ce1-cf7f-4e22-b578-23c49e58975c" providerId="ADAL" clId="{6E72C550-2C0C-48D5-B50F-B23A83ED162C}" dt="2025-02-19T10:10:01.504" v="557" actId="164"/>
          <ac:spMkLst>
            <pc:docMk/>
            <pc:sldMk cId="2654614602" sldId="346"/>
            <ac:spMk id="5" creationId="{42A46FA8-A457-5CEC-E74F-5A0A362BB0FF}"/>
          </ac:spMkLst>
        </pc:spChg>
        <pc:spChg chg="add mod">
          <ac:chgData name="Jan Petersen" userId="e55a0ce1-cf7f-4e22-b578-23c49e58975c" providerId="ADAL" clId="{6E72C550-2C0C-48D5-B50F-B23A83ED162C}" dt="2025-02-19T10:11:37.169" v="563" actId="1038"/>
          <ac:spMkLst>
            <pc:docMk/>
            <pc:sldMk cId="2654614602" sldId="346"/>
            <ac:spMk id="6" creationId="{0065D11D-FAF5-A60E-2079-F6642266A19C}"/>
          </ac:spMkLst>
        </pc:spChg>
        <pc:spChg chg="add mod">
          <ac:chgData name="Jan Petersen" userId="e55a0ce1-cf7f-4e22-b578-23c49e58975c" providerId="ADAL" clId="{6E72C550-2C0C-48D5-B50F-B23A83ED162C}" dt="2025-02-19T10:11:31.270" v="562" actId="1035"/>
          <ac:spMkLst>
            <pc:docMk/>
            <pc:sldMk cId="2654614602" sldId="346"/>
            <ac:spMk id="8" creationId="{ECDA49C8-AFC7-7DB6-E821-2B60E2DAFD0B}"/>
          </ac:spMkLst>
        </pc:spChg>
        <pc:grpChg chg="add mod">
          <ac:chgData name="Jan Petersen" userId="e55a0ce1-cf7f-4e22-b578-23c49e58975c" providerId="ADAL" clId="{6E72C550-2C0C-48D5-B50F-B23A83ED162C}" dt="2025-02-19T10:11:09.937" v="559"/>
          <ac:grpSpMkLst>
            <pc:docMk/>
            <pc:sldMk cId="2654614602" sldId="346"/>
            <ac:grpSpMk id="9" creationId="{CEF8563C-3C33-49B1-EB27-812448974D54}"/>
          </ac:grpSpMkLst>
        </pc:grpChg>
      </pc:sldChg>
      <pc:sldChg chg="addSp delSp modSp mod modAnim">
        <pc:chgData name="Jan Petersen" userId="e55a0ce1-cf7f-4e22-b578-23c49e58975c" providerId="ADAL" clId="{6E72C550-2C0C-48D5-B50F-B23A83ED162C}" dt="2025-02-19T10:23:23.599" v="580" actId="1076"/>
        <pc:sldMkLst>
          <pc:docMk/>
          <pc:sldMk cId="2799570182" sldId="347"/>
        </pc:sldMkLst>
        <pc:spChg chg="mod">
          <ac:chgData name="Jan Petersen" userId="e55a0ce1-cf7f-4e22-b578-23c49e58975c" providerId="ADAL" clId="{6E72C550-2C0C-48D5-B50F-B23A83ED162C}" dt="2025-02-19T10:22:04.889" v="575" actId="14100"/>
          <ac:spMkLst>
            <pc:docMk/>
            <pc:sldMk cId="2799570182" sldId="347"/>
            <ac:spMk id="9" creationId="{00000000-0000-0000-0000-000000000000}"/>
          </ac:spMkLst>
        </pc:spChg>
        <pc:picChg chg="add mod">
          <ac:chgData name="Jan Petersen" userId="e55a0ce1-cf7f-4e22-b578-23c49e58975c" providerId="ADAL" clId="{6E72C550-2C0C-48D5-B50F-B23A83ED162C}" dt="2025-02-19T10:23:23.599" v="580" actId="1076"/>
          <ac:picMkLst>
            <pc:docMk/>
            <pc:sldMk cId="2799570182" sldId="347"/>
            <ac:picMk id="3" creationId="{CDAC97F2-4AC8-8CA7-B311-5558CE516627}"/>
          </ac:picMkLst>
        </pc:picChg>
      </pc:sldChg>
      <pc:sldChg chg="del">
        <pc:chgData name="Jan Petersen" userId="e55a0ce1-cf7f-4e22-b578-23c49e58975c" providerId="ADAL" clId="{6E72C550-2C0C-48D5-B50F-B23A83ED162C}" dt="2024-02-21T08:53:57.014" v="192" actId="47"/>
        <pc:sldMkLst>
          <pc:docMk/>
          <pc:sldMk cId="1482910480" sldId="356"/>
        </pc:sldMkLst>
      </pc:sldChg>
      <pc:sldChg chg="addSp modSp mod">
        <pc:chgData name="Jan Petersen" userId="e55a0ce1-cf7f-4e22-b578-23c49e58975c" providerId="ADAL" clId="{6E72C550-2C0C-48D5-B50F-B23A83ED162C}" dt="2024-02-21T09:03:00.815" v="400" actId="1076"/>
        <pc:sldMkLst>
          <pc:docMk/>
          <pc:sldMk cId="3496486312" sldId="359"/>
        </pc:sldMkLst>
      </pc:sldChg>
      <pc:sldChg chg="del">
        <pc:chgData name="Jan Petersen" userId="e55a0ce1-cf7f-4e22-b578-23c49e58975c" providerId="ADAL" clId="{6E72C550-2C0C-48D5-B50F-B23A83ED162C}" dt="2022-02-22T10:44:38.352" v="1" actId="47"/>
        <pc:sldMkLst>
          <pc:docMk/>
          <pc:sldMk cId="3393461586" sldId="366"/>
        </pc:sldMkLst>
      </pc:sldChg>
      <pc:sldChg chg="del">
        <pc:chgData name="Jan Petersen" userId="e55a0ce1-cf7f-4e22-b578-23c49e58975c" providerId="ADAL" clId="{6E72C550-2C0C-48D5-B50F-B23A83ED162C}" dt="2022-02-22T10:44:38.352" v="1" actId="47"/>
        <pc:sldMkLst>
          <pc:docMk/>
          <pc:sldMk cId="846800659" sldId="367"/>
        </pc:sldMkLst>
      </pc:sldChg>
      <pc:sldChg chg="del">
        <pc:chgData name="Jan Petersen" userId="e55a0ce1-cf7f-4e22-b578-23c49e58975c" providerId="ADAL" clId="{6E72C550-2C0C-48D5-B50F-B23A83ED162C}" dt="2022-02-22T10:44:38.352" v="1" actId="47"/>
        <pc:sldMkLst>
          <pc:docMk/>
          <pc:sldMk cId="1170821801" sldId="368"/>
        </pc:sldMkLst>
      </pc:sldChg>
      <pc:sldChg chg="del">
        <pc:chgData name="Jan Petersen" userId="e55a0ce1-cf7f-4e22-b578-23c49e58975c" providerId="ADAL" clId="{6E72C550-2C0C-48D5-B50F-B23A83ED162C}" dt="2022-02-22T10:44:38.352" v="1" actId="47"/>
        <pc:sldMkLst>
          <pc:docMk/>
          <pc:sldMk cId="3735550754" sldId="369"/>
        </pc:sldMkLst>
      </pc:sldChg>
      <pc:sldChg chg="addSp delSp modSp mod">
        <pc:chgData name="Jan Petersen" userId="e55a0ce1-cf7f-4e22-b578-23c49e58975c" providerId="ADAL" clId="{6E72C550-2C0C-48D5-B50F-B23A83ED162C}" dt="2022-02-22T11:20:20.324" v="153" actId="1035"/>
        <pc:sldMkLst>
          <pc:docMk/>
          <pc:sldMk cId="1515859109" sldId="384"/>
        </pc:sldMkLst>
      </pc:sldChg>
      <pc:sldChg chg="modSp mod ord">
        <pc:chgData name="Jan Petersen" userId="e55a0ce1-cf7f-4e22-b578-23c49e58975c" providerId="ADAL" clId="{6E72C550-2C0C-48D5-B50F-B23A83ED162C}" dt="2024-02-21T08:44:56.665" v="189"/>
        <pc:sldMkLst>
          <pc:docMk/>
          <pc:sldMk cId="2986650341" sldId="401"/>
        </pc:sldMkLst>
      </pc:sldChg>
      <pc:sldChg chg="addSp delSp modSp mod modAnim">
        <pc:chgData name="Jan Petersen" userId="e55a0ce1-cf7f-4e22-b578-23c49e58975c" providerId="ADAL" clId="{6E72C550-2C0C-48D5-B50F-B23A83ED162C}" dt="2023-03-03T06:54:35.716" v="187" actId="20577"/>
        <pc:sldMkLst>
          <pc:docMk/>
          <pc:sldMk cId="3952289064" sldId="403"/>
        </pc:sldMkLst>
      </pc:sldChg>
      <pc:sldChg chg="modSp mod">
        <pc:chgData name="Jan Petersen" userId="e55a0ce1-cf7f-4e22-b578-23c49e58975c" providerId="ADAL" clId="{6E72C550-2C0C-48D5-B50F-B23A83ED162C}" dt="2024-02-21T08:45:10.466" v="191" actId="113"/>
        <pc:sldMkLst>
          <pc:docMk/>
          <pc:sldMk cId="172182566" sldId="405"/>
        </pc:sldMkLst>
      </pc:sldChg>
      <pc:sldChg chg="add">
        <pc:chgData name="Jan Petersen" userId="e55a0ce1-cf7f-4e22-b578-23c49e58975c" providerId="ADAL" clId="{6E72C550-2C0C-48D5-B50F-B23A83ED162C}" dt="2025-02-19T08:57:59.218" v="406"/>
        <pc:sldMkLst>
          <pc:docMk/>
          <pc:sldMk cId="874866065" sldId="459"/>
        </pc:sldMkLst>
      </pc:sldChg>
      <pc:sldChg chg="addSp delSp modSp add mod">
        <pc:chgData name="Jan Petersen" userId="e55a0ce1-cf7f-4e22-b578-23c49e58975c" providerId="ADAL" clId="{6E72C550-2C0C-48D5-B50F-B23A83ED162C}" dt="2025-02-19T09:17:21.487" v="453" actId="1076"/>
        <pc:sldMkLst>
          <pc:docMk/>
          <pc:sldMk cId="2592059508" sldId="460"/>
        </pc:sldMkLst>
        <pc:spChg chg="add mod">
          <ac:chgData name="Jan Petersen" userId="e55a0ce1-cf7f-4e22-b578-23c49e58975c" providerId="ADAL" clId="{6E72C550-2C0C-48D5-B50F-B23A83ED162C}" dt="2025-02-19T09:11:41.695" v="425" actId="114"/>
          <ac:spMkLst>
            <pc:docMk/>
            <pc:sldMk cId="2592059508" sldId="460"/>
            <ac:spMk id="7" creationId="{8F28003B-14AA-A84F-C954-A6F190528FD7}"/>
          </ac:spMkLst>
        </pc:spChg>
        <pc:spChg chg="add mod">
          <ac:chgData name="Jan Petersen" userId="e55a0ce1-cf7f-4e22-b578-23c49e58975c" providerId="ADAL" clId="{6E72C550-2C0C-48D5-B50F-B23A83ED162C}" dt="2025-02-19T09:12:59.359" v="446" actId="14100"/>
          <ac:spMkLst>
            <pc:docMk/>
            <pc:sldMk cId="2592059508" sldId="460"/>
            <ac:spMk id="12" creationId="{B6DEDB3A-0D6D-A050-A93F-483A84501042}"/>
          </ac:spMkLst>
        </pc:spChg>
        <pc:picChg chg="add mod">
          <ac:chgData name="Jan Petersen" userId="e55a0ce1-cf7f-4e22-b578-23c49e58975c" providerId="ADAL" clId="{6E72C550-2C0C-48D5-B50F-B23A83ED162C}" dt="2025-02-19T09:17:21.487" v="453" actId="1076"/>
          <ac:picMkLst>
            <pc:docMk/>
            <pc:sldMk cId="2592059508" sldId="460"/>
            <ac:picMk id="14" creationId="{F80351C3-7EA5-440A-82E6-67D4410D718A}"/>
          </ac:picMkLst>
        </pc:picChg>
      </pc:sldChg>
      <pc:sldChg chg="add del">
        <pc:chgData name="Jan Petersen" userId="e55a0ce1-cf7f-4e22-b578-23c49e58975c" providerId="ADAL" clId="{6E72C550-2C0C-48D5-B50F-B23A83ED162C}" dt="2025-02-20T08:25:31.135" v="889" actId="47"/>
        <pc:sldMkLst>
          <pc:docMk/>
          <pc:sldMk cId="2611879326" sldId="461"/>
        </pc:sldMkLst>
      </pc:sldChg>
      <pc:sldChg chg="add del">
        <pc:chgData name="Jan Petersen" userId="e55a0ce1-cf7f-4e22-b578-23c49e58975c" providerId="ADAL" clId="{6E72C550-2C0C-48D5-B50F-B23A83ED162C}" dt="2025-02-19T09:19:36.469" v="456" actId="47"/>
        <pc:sldMkLst>
          <pc:docMk/>
          <pc:sldMk cId="4123040652" sldId="461"/>
        </pc:sldMkLst>
      </pc:sldChg>
      <pc:sldChg chg="addSp modSp add mod">
        <pc:chgData name="Jan Petersen" userId="e55a0ce1-cf7f-4e22-b578-23c49e58975c" providerId="ADAL" clId="{6E72C550-2C0C-48D5-B50F-B23A83ED162C}" dt="2025-02-19T12:39:11.777" v="888" actId="1076"/>
        <pc:sldMkLst>
          <pc:docMk/>
          <pc:sldMk cId="1149460389" sldId="462"/>
        </pc:sldMkLst>
        <pc:spChg chg="mod">
          <ac:chgData name="Jan Petersen" userId="e55a0ce1-cf7f-4e22-b578-23c49e58975c" providerId="ADAL" clId="{6E72C550-2C0C-48D5-B50F-B23A83ED162C}" dt="2025-02-19T12:37:08.101" v="789" actId="465"/>
          <ac:spMkLst>
            <pc:docMk/>
            <pc:sldMk cId="1149460389" sldId="462"/>
            <ac:spMk id="8" creationId="{059F9180-1D12-D572-8654-2A01CDD5B4CC}"/>
          </ac:spMkLst>
        </pc:spChg>
        <pc:spChg chg="mod">
          <ac:chgData name="Jan Petersen" userId="e55a0ce1-cf7f-4e22-b578-23c49e58975c" providerId="ADAL" clId="{6E72C550-2C0C-48D5-B50F-B23A83ED162C}" dt="2025-02-19T12:37:08.101" v="789" actId="465"/>
          <ac:spMkLst>
            <pc:docMk/>
            <pc:sldMk cId="1149460389" sldId="462"/>
            <ac:spMk id="9" creationId="{A66AEB25-E9EC-25DE-7FCE-F8458F4CBC79}"/>
          </ac:spMkLst>
        </pc:spChg>
        <pc:spChg chg="mod">
          <ac:chgData name="Jan Petersen" userId="e55a0ce1-cf7f-4e22-b578-23c49e58975c" providerId="ADAL" clId="{6E72C550-2C0C-48D5-B50F-B23A83ED162C}" dt="2025-02-19T12:37:08.101" v="789" actId="465"/>
          <ac:spMkLst>
            <pc:docMk/>
            <pc:sldMk cId="1149460389" sldId="462"/>
            <ac:spMk id="10" creationId="{79A7A17F-508A-4DED-4908-7CC74EDB0775}"/>
          </ac:spMkLst>
        </pc:spChg>
        <pc:spChg chg="mod">
          <ac:chgData name="Jan Petersen" userId="e55a0ce1-cf7f-4e22-b578-23c49e58975c" providerId="ADAL" clId="{6E72C550-2C0C-48D5-B50F-B23A83ED162C}" dt="2025-02-19T12:37:01.432" v="788" actId="571"/>
          <ac:spMkLst>
            <pc:docMk/>
            <pc:sldMk cId="1149460389" sldId="462"/>
            <ac:spMk id="11" creationId="{123F1323-8080-49E6-3D8E-C3106AC39E13}"/>
          </ac:spMkLst>
        </pc:spChg>
        <pc:spChg chg="mod">
          <ac:chgData name="Jan Petersen" userId="e55a0ce1-cf7f-4e22-b578-23c49e58975c" providerId="ADAL" clId="{6E72C550-2C0C-48D5-B50F-B23A83ED162C}" dt="2025-02-19T12:37:08.101" v="789" actId="465"/>
          <ac:spMkLst>
            <pc:docMk/>
            <pc:sldMk cId="1149460389" sldId="462"/>
            <ac:spMk id="13" creationId="{B90085B9-0B97-E364-A2C5-0EC118C638F4}"/>
          </ac:spMkLst>
        </pc:spChg>
        <pc:spChg chg="add mod">
          <ac:chgData name="Jan Petersen" userId="e55a0ce1-cf7f-4e22-b578-23c49e58975c" providerId="ADAL" clId="{6E72C550-2C0C-48D5-B50F-B23A83ED162C}" dt="2025-02-19T12:37:51.612" v="793" actId="20577"/>
          <ac:spMkLst>
            <pc:docMk/>
            <pc:sldMk cId="1149460389" sldId="462"/>
            <ac:spMk id="14" creationId="{FC5A0C83-3BF9-BED4-DF89-C6955B0A3928}"/>
          </ac:spMkLst>
        </pc:spChg>
        <pc:spChg chg="add mod">
          <ac:chgData name="Jan Petersen" userId="e55a0ce1-cf7f-4e22-b578-23c49e58975c" providerId="ADAL" clId="{6E72C550-2C0C-48D5-B50F-B23A83ED162C}" dt="2025-02-19T12:39:11.777" v="888" actId="1076"/>
          <ac:spMkLst>
            <pc:docMk/>
            <pc:sldMk cId="1149460389" sldId="462"/>
            <ac:spMk id="23" creationId="{ED6904D4-627D-DA4B-694E-F33F3E6A2669}"/>
          </ac:spMkLst>
        </pc:spChg>
        <pc:grpChg chg="add mod">
          <ac:chgData name="Jan Petersen" userId="e55a0ce1-cf7f-4e22-b578-23c49e58975c" providerId="ADAL" clId="{6E72C550-2C0C-48D5-B50F-B23A83ED162C}" dt="2025-02-19T12:36:32.995" v="774"/>
          <ac:grpSpMkLst>
            <pc:docMk/>
            <pc:sldMk cId="1149460389" sldId="462"/>
            <ac:grpSpMk id="5" creationId="{793F5147-210A-F2D0-21E5-16CAB61AC107}"/>
          </ac:grpSpMkLst>
        </pc:grpChg>
        <pc:picChg chg="add mod">
          <ac:chgData name="Jan Petersen" userId="e55a0ce1-cf7f-4e22-b578-23c49e58975c" providerId="ADAL" clId="{6E72C550-2C0C-48D5-B50F-B23A83ED162C}" dt="2025-02-19T12:36:28.099" v="773" actId="1076"/>
          <ac:picMkLst>
            <pc:docMk/>
            <pc:sldMk cId="1149460389" sldId="462"/>
            <ac:picMk id="3" creationId="{86020E99-AB2D-7632-08DC-1790617C68B2}"/>
          </ac:picMkLst>
        </pc:picChg>
      </pc:sldChg>
      <pc:sldChg chg="add del">
        <pc:chgData name="Jan Petersen" userId="e55a0ce1-cf7f-4e22-b578-23c49e58975c" providerId="ADAL" clId="{6E72C550-2C0C-48D5-B50F-B23A83ED162C}" dt="2025-02-20T08:29:54.188" v="901" actId="47"/>
        <pc:sldMkLst>
          <pc:docMk/>
          <pc:sldMk cId="2143226069" sldId="463"/>
        </pc:sldMkLst>
      </pc:sldChg>
    </pc:docChg>
  </pc:docChgLst>
  <pc:docChgLst>
    <pc:chgData name="Jan Petersen" userId="e55a0ce1-cf7f-4e22-b578-23c49e58975c" providerId="ADAL" clId="{3EBF5A54-70E0-40D6-AC47-7444E357C7CC}"/>
    <pc:docChg chg="modSld">
      <pc:chgData name="Jan Petersen" userId="e55a0ce1-cf7f-4e22-b578-23c49e58975c" providerId="ADAL" clId="{3EBF5A54-70E0-40D6-AC47-7444E357C7CC}" dt="2025-02-24T08:29:31.812" v="4"/>
      <pc:docMkLst>
        <pc:docMk/>
      </pc:docMkLst>
      <pc:sldChg chg="modSp">
        <pc:chgData name="Jan Petersen" userId="e55a0ce1-cf7f-4e22-b578-23c49e58975c" providerId="ADAL" clId="{3EBF5A54-70E0-40D6-AC47-7444E357C7CC}" dt="2025-02-24T07:53:13.992" v="2" actId="1076"/>
        <pc:sldMkLst>
          <pc:docMk/>
          <pc:sldMk cId="1990064302" sldId="289"/>
        </pc:sldMkLst>
        <pc:picChg chg="mod">
          <ac:chgData name="Jan Petersen" userId="e55a0ce1-cf7f-4e22-b578-23c49e58975c" providerId="ADAL" clId="{3EBF5A54-70E0-40D6-AC47-7444E357C7CC}" dt="2025-02-24T07:53:13.992" v="2" actId="1076"/>
          <ac:picMkLst>
            <pc:docMk/>
            <pc:sldMk cId="1990064302" sldId="289"/>
            <ac:picMk id="2052" creationId="{00000000-0000-0000-0000-000000000000}"/>
          </ac:picMkLst>
        </pc:picChg>
      </pc:sldChg>
      <pc:sldChg chg="modAnim">
        <pc:chgData name="Jan Petersen" userId="e55a0ce1-cf7f-4e22-b578-23c49e58975c" providerId="ADAL" clId="{3EBF5A54-70E0-40D6-AC47-7444E357C7CC}" dt="2025-02-24T08:29:31.812" v="4"/>
        <pc:sldMkLst>
          <pc:docMk/>
          <pc:sldMk cId="1149460389" sldId="462"/>
        </pc:sldMkLst>
      </pc:sldChg>
    </pc:docChg>
  </pc:docChgLst>
  <pc:docChgLst>
    <pc:chgData name="Jan Petersen" userId="e55a0ce1-cf7f-4e22-b578-23c49e58975c" providerId="ADAL" clId="{033DED16-50A9-48DA-BEC4-783FC3AB5EBC}"/>
    <pc:docChg chg="custSel addSld modSld">
      <pc:chgData name="Jan Petersen" userId="e55a0ce1-cf7f-4e22-b578-23c49e58975c" providerId="ADAL" clId="{033DED16-50A9-48DA-BEC4-783FC3AB5EBC}" dt="2023-03-06T08:39:29.838" v="72" actId="1076"/>
      <pc:docMkLst>
        <pc:docMk/>
      </pc:docMkLst>
      <pc:sldChg chg="addSp delSp modSp mod">
        <pc:chgData name="Jan Petersen" userId="e55a0ce1-cf7f-4e22-b578-23c49e58975c" providerId="ADAL" clId="{033DED16-50A9-48DA-BEC4-783FC3AB5EBC}" dt="2023-03-06T08:39:29.838" v="72" actId="1076"/>
        <pc:sldMkLst>
          <pc:docMk/>
          <pc:sldMk cId="1796460802" sldId="319"/>
        </pc:sldMkLst>
      </pc:sldChg>
      <pc:sldChg chg="add">
        <pc:chgData name="Jan Petersen" userId="e55a0ce1-cf7f-4e22-b578-23c49e58975c" providerId="ADAL" clId="{033DED16-50A9-48DA-BEC4-783FC3AB5EBC}" dt="2023-03-06T08:33:37.810" v="0" actId="2890"/>
        <pc:sldMkLst>
          <pc:docMk/>
          <pc:sldMk cId="489305817" sldId="406"/>
        </pc:sldMkLst>
      </pc:sldChg>
    </pc:docChg>
  </pc:docChgLst>
  <pc:docChgLst>
    <pc:chgData name="Jan Petersen" userId="e55a0ce1-cf7f-4e22-b578-23c49e58975c" providerId="ADAL" clId="{86C326C6-725B-4729-8680-D195DE9990D4}"/>
    <pc:docChg chg="modSld">
      <pc:chgData name="Jan Petersen" userId="e55a0ce1-cf7f-4e22-b578-23c49e58975c" providerId="ADAL" clId="{86C326C6-725B-4729-8680-D195DE9990D4}" dt="2020-04-21T13:02:20.024" v="1" actId="166"/>
      <pc:docMkLst>
        <pc:docMk/>
      </pc:docMkLst>
      <pc:sldChg chg="modSp mod">
        <pc:chgData name="Jan Petersen" userId="e55a0ce1-cf7f-4e22-b578-23c49e58975c" providerId="ADAL" clId="{86C326C6-725B-4729-8680-D195DE9990D4}" dt="2020-04-21T13:01:58.220" v="0" actId="166"/>
        <pc:sldMkLst>
          <pc:docMk/>
          <pc:sldMk cId="2799570182" sldId="347"/>
        </pc:sldMkLst>
      </pc:sldChg>
      <pc:sldChg chg="modSp mod">
        <pc:chgData name="Jan Petersen" userId="e55a0ce1-cf7f-4e22-b578-23c49e58975c" providerId="ADAL" clId="{86C326C6-725B-4729-8680-D195DE9990D4}" dt="2020-04-21T13:02:20.024" v="1" actId="166"/>
        <pc:sldMkLst>
          <pc:docMk/>
          <pc:sldMk cId="1515859109" sldId="384"/>
        </pc:sldMkLst>
      </pc:sldChg>
    </pc:docChg>
  </pc:docChgLst>
  <pc:docChgLst>
    <pc:chgData name="Jan Petersen" userId="e55a0ce1-cf7f-4e22-b578-23c49e58975c" providerId="ADAL" clId="{0E038544-2E8C-484F-BC58-D4739BEE269E}"/>
    <pc:docChg chg="undo custSel addSld delSld modSld">
      <pc:chgData name="Jan Petersen" userId="e55a0ce1-cf7f-4e22-b578-23c49e58975c" providerId="ADAL" clId="{0E038544-2E8C-484F-BC58-D4739BEE269E}" dt="2019-03-07T09:00:16.151" v="744"/>
      <pc:docMkLst>
        <pc:docMk/>
      </pc:docMkLst>
      <pc:sldChg chg="add">
        <pc:chgData name="Jan Petersen" userId="e55a0ce1-cf7f-4e22-b578-23c49e58975c" providerId="ADAL" clId="{0E038544-2E8C-484F-BC58-D4739BEE269E}" dt="2019-02-20T11:21:01.495" v="716"/>
        <pc:sldMkLst>
          <pc:docMk/>
          <pc:sldMk cId="2660594256" sldId="264"/>
        </pc:sldMkLst>
      </pc:sldChg>
      <pc:sldChg chg="addSp delSp modSp">
        <pc:chgData name="Jan Petersen" userId="e55a0ce1-cf7f-4e22-b578-23c49e58975c" providerId="ADAL" clId="{0E038544-2E8C-484F-BC58-D4739BEE269E}" dt="2019-02-20T09:30:41.250" v="154" actId="14100"/>
        <pc:sldMkLst>
          <pc:docMk/>
          <pc:sldMk cId="85858903" sldId="287"/>
        </pc:sldMkLst>
      </pc:sldChg>
      <pc:sldChg chg="modSp">
        <pc:chgData name="Jan Petersen" userId="e55a0ce1-cf7f-4e22-b578-23c49e58975c" providerId="ADAL" clId="{0E038544-2E8C-484F-BC58-D4739BEE269E}" dt="2019-02-20T09:39:34.886" v="233" actId="255"/>
        <pc:sldMkLst>
          <pc:docMk/>
          <pc:sldMk cId="1990064302" sldId="289"/>
        </pc:sldMkLst>
      </pc:sldChg>
      <pc:sldChg chg="addSp delSp modSp">
        <pc:chgData name="Jan Petersen" userId="e55a0ce1-cf7f-4e22-b578-23c49e58975c" providerId="ADAL" clId="{0E038544-2E8C-484F-BC58-D4739BEE269E}" dt="2019-02-20T09:41:16.278" v="246" actId="478"/>
        <pc:sldMkLst>
          <pc:docMk/>
          <pc:sldMk cId="469220513" sldId="290"/>
        </pc:sldMkLst>
      </pc:sldChg>
      <pc:sldChg chg="modSp">
        <pc:chgData name="Jan Petersen" userId="e55a0ce1-cf7f-4e22-b578-23c49e58975c" providerId="ADAL" clId="{0E038544-2E8C-484F-BC58-D4739BEE269E}" dt="2019-02-20T10:25:41.164" v="590" actId="1582"/>
        <pc:sldMkLst>
          <pc:docMk/>
          <pc:sldMk cId="3709455644" sldId="293"/>
        </pc:sldMkLst>
      </pc:sldChg>
      <pc:sldChg chg="modSp">
        <pc:chgData name="Jan Petersen" userId="e55a0ce1-cf7f-4e22-b578-23c49e58975c" providerId="ADAL" clId="{0E038544-2E8C-484F-BC58-D4739BEE269E}" dt="2019-02-20T10:28:08.422" v="601" actId="1582"/>
        <pc:sldMkLst>
          <pc:docMk/>
          <pc:sldMk cId="2365006891" sldId="297"/>
        </pc:sldMkLst>
      </pc:sldChg>
      <pc:sldChg chg="modSp">
        <pc:chgData name="Jan Petersen" userId="e55a0ce1-cf7f-4e22-b578-23c49e58975c" providerId="ADAL" clId="{0E038544-2E8C-484F-BC58-D4739BEE269E}" dt="2019-02-20T11:10:52.572" v="705" actId="14100"/>
        <pc:sldMkLst>
          <pc:docMk/>
          <pc:sldMk cId="3746432184" sldId="299"/>
        </pc:sldMkLst>
      </pc:sldChg>
      <pc:sldChg chg="addSp delSp modSp">
        <pc:chgData name="Jan Petersen" userId="e55a0ce1-cf7f-4e22-b578-23c49e58975c" providerId="ADAL" clId="{0E038544-2E8C-484F-BC58-D4739BEE269E}" dt="2019-02-20T10:28:58.321" v="607" actId="1076"/>
        <pc:sldMkLst>
          <pc:docMk/>
          <pc:sldMk cId="2409244931" sldId="306"/>
        </pc:sldMkLst>
      </pc:sldChg>
      <pc:sldChg chg="modSp">
        <pc:chgData name="Jan Petersen" userId="e55a0ce1-cf7f-4e22-b578-23c49e58975c" providerId="ADAL" clId="{0E038544-2E8C-484F-BC58-D4739BEE269E}" dt="2019-02-20T11:07:27.913" v="691" actId="14100"/>
        <pc:sldMkLst>
          <pc:docMk/>
          <pc:sldMk cId="1879534014" sldId="319"/>
        </pc:sldMkLst>
      </pc:sldChg>
      <pc:sldChg chg="modSp">
        <pc:chgData name="Jan Petersen" userId="e55a0ce1-cf7f-4e22-b578-23c49e58975c" providerId="ADAL" clId="{0E038544-2E8C-484F-BC58-D4739BEE269E}" dt="2019-02-20T10:30:01.907" v="618"/>
        <pc:sldMkLst>
          <pc:docMk/>
          <pc:sldMk cId="1794633091" sldId="323"/>
        </pc:sldMkLst>
      </pc:sldChg>
      <pc:sldChg chg="modSp">
        <pc:chgData name="Jan Petersen" userId="e55a0ce1-cf7f-4e22-b578-23c49e58975c" providerId="ADAL" clId="{0E038544-2E8C-484F-BC58-D4739BEE269E}" dt="2019-02-20T11:08:36.260" v="694" actId="14100"/>
        <pc:sldMkLst>
          <pc:docMk/>
          <pc:sldMk cId="4037774834" sldId="324"/>
        </pc:sldMkLst>
      </pc:sldChg>
      <pc:sldChg chg="modSp">
        <pc:chgData name="Jan Petersen" userId="e55a0ce1-cf7f-4e22-b578-23c49e58975c" providerId="ADAL" clId="{0E038544-2E8C-484F-BC58-D4739BEE269E}" dt="2019-02-20T11:09:44.194" v="697" actId="6549"/>
        <pc:sldMkLst>
          <pc:docMk/>
          <pc:sldMk cId="724370993" sldId="325"/>
        </pc:sldMkLst>
      </pc:sldChg>
      <pc:sldChg chg="addSp delSp modSp">
        <pc:chgData name="Jan Petersen" userId="e55a0ce1-cf7f-4e22-b578-23c49e58975c" providerId="ADAL" clId="{0E038544-2E8C-484F-BC58-D4739BEE269E}" dt="2019-02-20T11:10:01.602" v="699"/>
        <pc:sldMkLst>
          <pc:docMk/>
          <pc:sldMk cId="3292643307" sldId="326"/>
        </pc:sldMkLst>
      </pc:sldChg>
      <pc:sldChg chg="modSp">
        <pc:chgData name="Jan Petersen" userId="e55a0ce1-cf7f-4e22-b578-23c49e58975c" providerId="ADAL" clId="{0E038544-2E8C-484F-BC58-D4739BEE269E}" dt="2019-02-20T11:13:33.995" v="715" actId="6549"/>
        <pc:sldMkLst>
          <pc:docMk/>
          <pc:sldMk cId="2894782338" sldId="327"/>
        </pc:sldMkLst>
      </pc:sldChg>
      <pc:sldChg chg="modSp">
        <pc:chgData name="Jan Petersen" userId="e55a0ce1-cf7f-4e22-b578-23c49e58975c" providerId="ADAL" clId="{0E038544-2E8C-484F-BC58-D4739BEE269E}" dt="2019-02-20T10:28:26.534" v="604" actId="1582"/>
        <pc:sldMkLst>
          <pc:docMk/>
          <pc:sldMk cId="1561164029" sldId="329"/>
        </pc:sldMkLst>
      </pc:sldChg>
      <pc:sldChg chg="modSp">
        <pc:chgData name="Jan Petersen" userId="e55a0ce1-cf7f-4e22-b578-23c49e58975c" providerId="ADAL" clId="{0E038544-2E8C-484F-BC58-D4739BEE269E}" dt="2019-02-20T09:13:54.451" v="2" actId="14100"/>
        <pc:sldMkLst>
          <pc:docMk/>
          <pc:sldMk cId="272861948" sldId="331"/>
        </pc:sldMkLst>
      </pc:sldChg>
      <pc:sldChg chg="modSp">
        <pc:chgData name="Jan Petersen" userId="e55a0ce1-cf7f-4e22-b578-23c49e58975c" providerId="ADAL" clId="{0E038544-2E8C-484F-BC58-D4739BEE269E}" dt="2019-02-20T10:19:35.251" v="488" actId="1036"/>
        <pc:sldMkLst>
          <pc:docMk/>
          <pc:sldMk cId="1369549438" sldId="336"/>
        </pc:sldMkLst>
      </pc:sldChg>
      <pc:sldChg chg="modSp">
        <pc:chgData name="Jan Petersen" userId="e55a0ce1-cf7f-4e22-b578-23c49e58975c" providerId="ADAL" clId="{0E038544-2E8C-484F-BC58-D4739BEE269E}" dt="2019-02-20T09:46:50.669" v="304" actId="1036"/>
        <pc:sldMkLst>
          <pc:docMk/>
          <pc:sldMk cId="2951844852" sldId="345"/>
        </pc:sldMkLst>
      </pc:sldChg>
      <pc:sldChg chg="modSp">
        <pc:chgData name="Jan Petersen" userId="e55a0ce1-cf7f-4e22-b578-23c49e58975c" providerId="ADAL" clId="{0E038544-2E8C-484F-BC58-D4739BEE269E}" dt="2019-02-20T09:58:16.048" v="306" actId="20577"/>
        <pc:sldMkLst>
          <pc:docMk/>
          <pc:sldMk cId="2654614602" sldId="346"/>
        </pc:sldMkLst>
      </pc:sldChg>
      <pc:sldChg chg="modSp">
        <pc:chgData name="Jan Petersen" userId="e55a0ce1-cf7f-4e22-b578-23c49e58975c" providerId="ADAL" clId="{0E038544-2E8C-484F-BC58-D4739BEE269E}" dt="2019-02-20T10:19:42.813" v="491" actId="1036"/>
        <pc:sldMkLst>
          <pc:docMk/>
          <pc:sldMk cId="2799570182" sldId="347"/>
        </pc:sldMkLst>
      </pc:sldChg>
      <pc:sldChg chg="addSp delSp modSp">
        <pc:chgData name="Jan Petersen" userId="e55a0ce1-cf7f-4e22-b578-23c49e58975c" providerId="ADAL" clId="{0E038544-2E8C-484F-BC58-D4739BEE269E}" dt="2019-03-07T08:59:42.750" v="734"/>
        <pc:sldMkLst>
          <pc:docMk/>
          <pc:sldMk cId="4108103992" sldId="349"/>
        </pc:sldMkLst>
      </pc:sldChg>
      <pc:sldChg chg="modSp">
        <pc:chgData name="Jan Petersen" userId="e55a0ce1-cf7f-4e22-b578-23c49e58975c" providerId="ADAL" clId="{0E038544-2E8C-484F-BC58-D4739BEE269E}" dt="2019-02-20T10:26:28.778" v="596"/>
        <pc:sldMkLst>
          <pc:docMk/>
          <pc:sldMk cId="2512551498" sldId="350"/>
        </pc:sldMkLst>
      </pc:sldChg>
      <pc:sldChg chg="addSp delSp modSp modAnim">
        <pc:chgData name="Jan Petersen" userId="e55a0ce1-cf7f-4e22-b578-23c49e58975c" providerId="ADAL" clId="{0E038544-2E8C-484F-BC58-D4739BEE269E}" dt="2019-02-20T09:35:45.414" v="203"/>
        <pc:sldMkLst>
          <pc:docMk/>
          <pc:sldMk cId="1482910480" sldId="356"/>
        </pc:sldMkLst>
      </pc:sldChg>
      <pc:sldChg chg="addSp delSp modSp">
        <pc:chgData name="Jan Petersen" userId="e55a0ce1-cf7f-4e22-b578-23c49e58975c" providerId="ADAL" clId="{0E038544-2E8C-484F-BC58-D4739BEE269E}" dt="2019-02-20T09:37:45.165" v="206" actId="14100"/>
        <pc:sldMkLst>
          <pc:docMk/>
          <pc:sldMk cId="2943984271" sldId="357"/>
        </pc:sldMkLst>
      </pc:sldChg>
      <pc:sldChg chg="addSp delSp modSp">
        <pc:chgData name="Jan Petersen" userId="e55a0ce1-cf7f-4e22-b578-23c49e58975c" providerId="ADAL" clId="{0E038544-2E8C-484F-BC58-D4739BEE269E}" dt="2019-02-20T09:38:44.975" v="214"/>
        <pc:sldMkLst>
          <pc:docMk/>
          <pc:sldMk cId="1925900010" sldId="358"/>
        </pc:sldMkLst>
      </pc:sldChg>
      <pc:sldChg chg="modSp">
        <pc:chgData name="Jan Petersen" userId="e55a0ce1-cf7f-4e22-b578-23c49e58975c" providerId="ADAL" clId="{0E038544-2E8C-484F-BC58-D4739BEE269E}" dt="2019-02-20T09:41:41.876" v="255" actId="1035"/>
        <pc:sldMkLst>
          <pc:docMk/>
          <pc:sldMk cId="3496486312" sldId="359"/>
        </pc:sldMkLst>
      </pc:sldChg>
      <pc:sldChg chg="modSp">
        <pc:chgData name="Jan Petersen" userId="e55a0ce1-cf7f-4e22-b578-23c49e58975c" providerId="ADAL" clId="{0E038544-2E8C-484F-BC58-D4739BEE269E}" dt="2019-02-20T09:42:10.971" v="266" actId="14100"/>
        <pc:sldMkLst>
          <pc:docMk/>
          <pc:sldMk cId="398269228" sldId="360"/>
        </pc:sldMkLst>
      </pc:sldChg>
      <pc:sldChg chg="modSp">
        <pc:chgData name="Jan Petersen" userId="e55a0ce1-cf7f-4e22-b578-23c49e58975c" providerId="ADAL" clId="{0E038544-2E8C-484F-BC58-D4739BEE269E}" dt="2019-02-20T09:23:45.623" v="47" actId="1037"/>
        <pc:sldMkLst>
          <pc:docMk/>
          <pc:sldMk cId="3585462807" sldId="361"/>
        </pc:sldMkLst>
      </pc:sldChg>
      <pc:sldChg chg="delSp modSp add">
        <pc:chgData name="Jan Petersen" userId="e55a0ce1-cf7f-4e22-b578-23c49e58975c" providerId="ADAL" clId="{0E038544-2E8C-484F-BC58-D4739BEE269E}" dt="2019-02-20T09:29:30.174" v="138" actId="478"/>
        <pc:sldMkLst>
          <pc:docMk/>
          <pc:sldMk cId="294977485" sldId="371"/>
        </pc:sldMkLst>
      </pc:sldChg>
      <pc:sldChg chg="add">
        <pc:chgData name="Jan Petersen" userId="e55a0ce1-cf7f-4e22-b578-23c49e58975c" providerId="ADAL" clId="{0E038544-2E8C-484F-BC58-D4739BEE269E}" dt="2019-02-20T09:29:17.828" v="135"/>
        <pc:sldMkLst>
          <pc:docMk/>
          <pc:sldMk cId="503834124" sldId="372"/>
        </pc:sldMkLst>
      </pc:sldChg>
      <pc:sldChg chg="add">
        <pc:chgData name="Jan Petersen" userId="e55a0ce1-cf7f-4e22-b578-23c49e58975c" providerId="ADAL" clId="{0E038544-2E8C-484F-BC58-D4739BEE269E}" dt="2019-02-20T09:29:25.283" v="137"/>
        <pc:sldMkLst>
          <pc:docMk/>
          <pc:sldMk cId="4056281454" sldId="373"/>
        </pc:sldMkLst>
      </pc:sldChg>
      <pc:sldChg chg="addSp delSp modSp add">
        <pc:chgData name="Jan Petersen" userId="e55a0ce1-cf7f-4e22-b578-23c49e58975c" providerId="ADAL" clId="{0E038544-2E8C-484F-BC58-D4739BEE269E}" dt="2019-03-07T09:00:16.151" v="744"/>
        <pc:sldMkLst>
          <pc:docMk/>
          <pc:sldMk cId="584927484" sldId="374"/>
        </pc:sldMkLst>
      </pc:sldChg>
      <pc:sldChg chg="addSp delSp modSp add">
        <pc:chgData name="Jan Petersen" userId="e55a0ce1-cf7f-4e22-b578-23c49e58975c" providerId="ADAL" clId="{0E038544-2E8C-484F-BC58-D4739BEE269E}" dt="2019-03-07T09:00:11.570" v="742"/>
        <pc:sldMkLst>
          <pc:docMk/>
          <pc:sldMk cId="3930472198" sldId="375"/>
        </pc:sldMkLst>
      </pc:sldChg>
      <pc:sldChg chg="addSp delSp modSp add">
        <pc:chgData name="Jan Petersen" userId="e55a0ce1-cf7f-4e22-b578-23c49e58975c" providerId="ADAL" clId="{0E038544-2E8C-484F-BC58-D4739BEE269E}" dt="2019-03-07T09:00:05.067" v="740"/>
        <pc:sldMkLst>
          <pc:docMk/>
          <pc:sldMk cId="1512651626" sldId="376"/>
        </pc:sldMkLst>
      </pc:sldChg>
      <pc:sldChg chg="addSp delSp modSp add">
        <pc:chgData name="Jan Petersen" userId="e55a0ce1-cf7f-4e22-b578-23c49e58975c" providerId="ADAL" clId="{0E038544-2E8C-484F-BC58-D4739BEE269E}" dt="2019-03-07T09:00:00.144" v="738"/>
        <pc:sldMkLst>
          <pc:docMk/>
          <pc:sldMk cId="104166883" sldId="378"/>
        </pc:sldMkLst>
      </pc:sldChg>
      <pc:sldChg chg="addSp delSp modSp add">
        <pc:chgData name="Jan Petersen" userId="e55a0ce1-cf7f-4e22-b578-23c49e58975c" providerId="ADAL" clId="{0E038544-2E8C-484F-BC58-D4739BEE269E}" dt="2019-03-07T08:59:54.368" v="736"/>
        <pc:sldMkLst>
          <pc:docMk/>
          <pc:sldMk cId="1480334839" sldId="379"/>
        </pc:sldMkLst>
      </pc:sldChg>
      <pc:sldChg chg="addSp delSp modSp add">
        <pc:chgData name="Jan Petersen" userId="e55a0ce1-cf7f-4e22-b578-23c49e58975c" providerId="ADAL" clId="{0E038544-2E8C-484F-BC58-D4739BEE269E}" dt="2019-03-07T08:59:28.487" v="732"/>
        <pc:sldMkLst>
          <pc:docMk/>
          <pc:sldMk cId="2439525308" sldId="380"/>
        </pc:sldMkLst>
      </pc:sldChg>
      <pc:sldChg chg="modSp add">
        <pc:chgData name="Jan Petersen" userId="e55a0ce1-cf7f-4e22-b578-23c49e58975c" providerId="ADAL" clId="{0E038544-2E8C-484F-BC58-D4739BEE269E}" dt="2019-03-07T08:58:51.928" v="728" actId="58"/>
        <pc:sldMkLst>
          <pc:docMk/>
          <pc:sldMk cId="3284823346" sldId="381"/>
        </pc:sldMkLst>
      </pc:sldChg>
      <pc:sldChg chg="addSp delSp modSp add">
        <pc:chgData name="Jan Petersen" userId="e55a0ce1-cf7f-4e22-b578-23c49e58975c" providerId="ADAL" clId="{0E038544-2E8C-484F-BC58-D4739BEE269E}" dt="2019-03-07T08:59:15.437" v="730"/>
        <pc:sldMkLst>
          <pc:docMk/>
          <pc:sldMk cId="283608942" sldId="382"/>
        </pc:sldMkLst>
      </pc:sldChg>
      <pc:sldChg chg="addSp delSp modSp add">
        <pc:chgData name="Jan Petersen" userId="e55a0ce1-cf7f-4e22-b578-23c49e58975c" providerId="ADAL" clId="{0E038544-2E8C-484F-BC58-D4739BEE269E}" dt="2019-02-20T10:26:06.432" v="594" actId="1582"/>
        <pc:sldMkLst>
          <pc:docMk/>
          <pc:sldMk cId="3922365857" sldId="383"/>
        </pc:sldMkLst>
      </pc:sldChg>
      <pc:sldChg chg="addSp modSp add">
        <pc:chgData name="Jan Petersen" userId="e55a0ce1-cf7f-4e22-b578-23c49e58975c" providerId="ADAL" clId="{0E038544-2E8C-484F-BC58-D4739BEE269E}" dt="2019-02-20T10:31:31.967" v="657" actId="1036"/>
        <pc:sldMkLst>
          <pc:docMk/>
          <pc:sldMk cId="1515859109" sldId="384"/>
        </pc:sldMkLst>
      </pc:sldChg>
    </pc:docChg>
  </pc:docChgLst>
  <pc:docChgLst>
    <pc:chgData name="Jan Petersen" userId="e55a0ce1-cf7f-4e22-b578-23c49e58975c" providerId="ADAL" clId="{AB1B7266-A979-4A2F-A6AE-88A1DD35759D}"/>
    <pc:docChg chg="undo custSel addSld modSld">
      <pc:chgData name="Jan Petersen" userId="e55a0ce1-cf7f-4e22-b578-23c49e58975c" providerId="ADAL" clId="{AB1B7266-A979-4A2F-A6AE-88A1DD35759D}" dt="2020-02-21T08:19:01.785" v="211" actId="113"/>
      <pc:docMkLst>
        <pc:docMk/>
      </pc:docMkLst>
      <pc:sldChg chg="addSp delSp modSp">
        <pc:chgData name="Jan Petersen" userId="e55a0ce1-cf7f-4e22-b578-23c49e58975c" providerId="ADAL" clId="{AB1B7266-A979-4A2F-A6AE-88A1DD35759D}" dt="2020-02-21T08:18:12.781" v="209" actId="478"/>
        <pc:sldMkLst>
          <pc:docMk/>
          <pc:sldMk cId="272861948" sldId="331"/>
        </pc:sldMkLst>
      </pc:sldChg>
      <pc:sldChg chg="modSp">
        <pc:chgData name="Jan Petersen" userId="e55a0ce1-cf7f-4e22-b578-23c49e58975c" providerId="ADAL" clId="{AB1B7266-A979-4A2F-A6AE-88A1DD35759D}" dt="2020-02-21T07:55:09.575" v="41" actId="20577"/>
        <pc:sldMkLst>
          <pc:docMk/>
          <pc:sldMk cId="2951844852" sldId="345"/>
        </pc:sldMkLst>
      </pc:sldChg>
      <pc:sldChg chg="modSp">
        <pc:chgData name="Jan Petersen" userId="e55a0ce1-cf7f-4e22-b578-23c49e58975c" providerId="ADAL" clId="{AB1B7266-A979-4A2F-A6AE-88A1DD35759D}" dt="2020-02-21T08:02:54.301" v="42" actId="166"/>
        <pc:sldMkLst>
          <pc:docMk/>
          <pc:sldMk cId="2799570182" sldId="347"/>
        </pc:sldMkLst>
      </pc:sldChg>
      <pc:sldChg chg="modSp">
        <pc:chgData name="Jan Petersen" userId="e55a0ce1-cf7f-4e22-b578-23c49e58975c" providerId="ADAL" clId="{AB1B7266-A979-4A2F-A6AE-88A1DD35759D}" dt="2020-02-21T08:04:55.950" v="43" actId="166"/>
        <pc:sldMkLst>
          <pc:docMk/>
          <pc:sldMk cId="1515859109" sldId="384"/>
        </pc:sldMkLst>
      </pc:sldChg>
      <pc:sldChg chg="addSp delSp modSp add">
        <pc:chgData name="Jan Petersen" userId="e55a0ce1-cf7f-4e22-b578-23c49e58975c" providerId="ADAL" clId="{AB1B7266-A979-4A2F-A6AE-88A1DD35759D}" dt="2020-02-21T08:19:01.785" v="211" actId="113"/>
        <pc:sldMkLst>
          <pc:docMk/>
          <pc:sldMk cId="2986650341" sldId="401"/>
        </pc:sldMkLst>
      </pc:sldChg>
      <pc:sldChg chg="add">
        <pc:chgData name="Jan Petersen" userId="e55a0ce1-cf7f-4e22-b578-23c49e58975c" providerId="ADAL" clId="{AB1B7266-A979-4A2F-A6AE-88A1DD35759D}" dt="2020-02-21T07:07:07.912" v="1"/>
        <pc:sldMkLst>
          <pc:docMk/>
          <pc:sldMk cId="3062327182" sldId="402"/>
        </pc:sldMkLst>
      </pc:sldChg>
      <pc:sldChg chg="add">
        <pc:chgData name="Jan Petersen" userId="e55a0ce1-cf7f-4e22-b578-23c49e58975c" providerId="ADAL" clId="{AB1B7266-A979-4A2F-A6AE-88A1DD35759D}" dt="2020-02-21T08:18:07.916" v="208"/>
        <pc:sldMkLst>
          <pc:docMk/>
          <pc:sldMk cId="3952289064" sldId="403"/>
        </pc:sldMkLst>
      </pc:sldChg>
    </pc:docChg>
  </pc:docChgLst>
  <pc:docChgLst>
    <pc:chgData name="Jan Petersen" userId="e55a0ce1-cf7f-4e22-b578-23c49e58975c" providerId="ADAL" clId="{071F49DF-E8EE-4827-AD2B-7BFACA5A6A6D}"/>
    <pc:docChg chg="undo redo custSel addSld delSld modSld">
      <pc:chgData name="Jan Petersen" userId="e55a0ce1-cf7f-4e22-b578-23c49e58975c" providerId="ADAL" clId="{071F49DF-E8EE-4827-AD2B-7BFACA5A6A6D}" dt="2022-02-25T08:02:02.850" v="117" actId="47"/>
      <pc:docMkLst>
        <pc:docMk/>
      </pc:docMkLst>
      <pc:sldChg chg="addSp modSp add del mod">
        <pc:chgData name="Jan Petersen" userId="e55a0ce1-cf7f-4e22-b578-23c49e58975c" providerId="ADAL" clId="{071F49DF-E8EE-4827-AD2B-7BFACA5A6A6D}" dt="2022-02-25T08:02:02.850" v="117" actId="47"/>
        <pc:sldMkLst>
          <pc:docMk/>
          <pc:sldMk cId="2253407658" sldId="404"/>
        </pc:sldMkLst>
      </pc:sldChg>
      <pc:sldChg chg="addSp delSp modSp add mod">
        <pc:chgData name="Jan Petersen" userId="e55a0ce1-cf7f-4e22-b578-23c49e58975c" providerId="ADAL" clId="{071F49DF-E8EE-4827-AD2B-7BFACA5A6A6D}" dt="2022-02-25T08:01:55.378" v="116" actId="208"/>
        <pc:sldMkLst>
          <pc:docMk/>
          <pc:sldMk cId="172182566" sldId="405"/>
        </pc:sldMkLst>
      </pc:sldChg>
    </pc:docChg>
  </pc:docChgLst>
  <pc:docChgLst>
    <pc:chgData name="Jan Petersen" userId="e55a0ce1-cf7f-4e22-b578-23c49e58975c" providerId="ADAL" clId="{620E5E52-71ED-458D-BA1C-28A0E0FDCD5F}"/>
    <pc:docChg chg="delSld modSld">
      <pc:chgData name="Jan Petersen" userId="e55a0ce1-cf7f-4e22-b578-23c49e58975c" providerId="ADAL" clId="{620E5E52-71ED-458D-BA1C-28A0E0FDCD5F}" dt="2023-03-06T08:13:27.645" v="3"/>
      <pc:docMkLst>
        <pc:docMk/>
      </pc:docMkLst>
      <pc:sldChg chg="modSp">
        <pc:chgData name="Jan Petersen" userId="e55a0ce1-cf7f-4e22-b578-23c49e58975c" providerId="ADAL" clId="{620E5E52-71ED-458D-BA1C-28A0E0FDCD5F}" dt="2023-03-06T08:11:48.241" v="1"/>
        <pc:sldMkLst>
          <pc:docMk/>
          <pc:sldMk cId="2365006891" sldId="297"/>
        </pc:sldMkLst>
      </pc:sldChg>
      <pc:sldChg chg="del">
        <pc:chgData name="Jan Petersen" userId="e55a0ce1-cf7f-4e22-b578-23c49e58975c" providerId="ADAL" clId="{620E5E52-71ED-458D-BA1C-28A0E0FDCD5F}" dt="2023-03-06T08:09:14.085" v="0" actId="47"/>
        <pc:sldMkLst>
          <pc:docMk/>
          <pc:sldMk cId="128583361" sldId="322"/>
        </pc:sldMkLst>
      </pc:sldChg>
      <pc:sldChg chg="del">
        <pc:chgData name="Jan Petersen" userId="e55a0ce1-cf7f-4e22-b578-23c49e58975c" providerId="ADAL" clId="{620E5E52-71ED-458D-BA1C-28A0E0FDCD5F}" dt="2023-03-06T08:13:19.492" v="2" actId="47"/>
        <pc:sldMkLst>
          <pc:docMk/>
          <pc:sldMk cId="724370993" sldId="325"/>
        </pc:sldMkLst>
      </pc:sldChg>
      <pc:sldChg chg="modSp">
        <pc:chgData name="Jan Petersen" userId="e55a0ce1-cf7f-4e22-b578-23c49e58975c" providerId="ADAL" clId="{620E5E52-71ED-458D-BA1C-28A0E0FDCD5F}" dt="2023-03-06T08:13:27.645" v="3"/>
        <pc:sldMkLst>
          <pc:docMk/>
          <pc:sldMk cId="3292643307" sldId="326"/>
        </pc:sldMkLst>
      </pc:sldChg>
    </pc:docChg>
  </pc:docChgLst>
  <pc:docChgLst>
    <pc:chgData name="Jan Petersen" userId="e55a0ce1-cf7f-4e22-b578-23c49e58975c" providerId="ADAL" clId="{EE2EAAB8-C8BB-493C-9476-D8300F0F03ED}"/>
    <pc:docChg chg="addSld delSld modSld sldOrd">
      <pc:chgData name="Jan Petersen" userId="e55a0ce1-cf7f-4e22-b578-23c49e58975c" providerId="ADAL" clId="{EE2EAAB8-C8BB-493C-9476-D8300F0F03ED}" dt="2022-02-23T09:03:55.659" v="6" actId="6549"/>
      <pc:docMkLst>
        <pc:docMk/>
      </pc:docMkLst>
      <pc:sldChg chg="add">
        <pc:chgData name="Jan Petersen" userId="e55a0ce1-cf7f-4e22-b578-23c49e58975c" providerId="ADAL" clId="{EE2EAAB8-C8BB-493C-9476-D8300F0F03ED}" dt="2022-02-23T09:02:22.342" v="1"/>
        <pc:sldMkLst>
          <pc:docMk/>
          <pc:sldMk cId="1796460802" sldId="319"/>
        </pc:sldMkLst>
      </pc:sldChg>
      <pc:sldChg chg="del">
        <pc:chgData name="Jan Petersen" userId="e55a0ce1-cf7f-4e22-b578-23c49e58975c" providerId="ADAL" clId="{EE2EAAB8-C8BB-493C-9476-D8300F0F03ED}" dt="2022-02-23T09:02:18.784" v="0" actId="2696"/>
        <pc:sldMkLst>
          <pc:docMk/>
          <pc:sldMk cId="1879534014" sldId="319"/>
        </pc:sldMkLst>
      </pc:sldChg>
      <pc:sldChg chg="modSp mod ord">
        <pc:chgData name="Jan Petersen" userId="e55a0ce1-cf7f-4e22-b578-23c49e58975c" providerId="ADAL" clId="{EE2EAAB8-C8BB-493C-9476-D8300F0F03ED}" dt="2022-02-23T09:03:55.659" v="6" actId="6549"/>
        <pc:sldMkLst>
          <pc:docMk/>
          <pc:sldMk cId="2894782338" sldId="327"/>
        </pc:sldMkLst>
      </pc:sldChg>
    </pc:docChg>
  </pc:docChgLst>
  <pc:docChgLst>
    <pc:chgData name="Jan Petersen" userId="e55a0ce1-cf7f-4e22-b578-23c49e58975c" providerId="ADAL" clId="{71F9A4FA-68B7-435F-B39F-C9CED4B4B0A6}"/>
    <pc:docChg chg="undo custSel addSld delSld modSld">
      <pc:chgData name="Jan Petersen" userId="e55a0ce1-cf7f-4e22-b578-23c49e58975c" providerId="ADAL" clId="{71F9A4FA-68B7-435F-B39F-C9CED4B4B0A6}" dt="2020-02-12T11:35:54.935" v="271" actId="14100"/>
      <pc:docMkLst>
        <pc:docMk/>
      </pc:docMkLst>
      <pc:sldChg chg="addSp delSp modSp add addAnim delAnim modAnim">
        <pc:chgData name="Jan Petersen" userId="e55a0ce1-cf7f-4e22-b578-23c49e58975c" providerId="ADAL" clId="{71F9A4FA-68B7-435F-B39F-C9CED4B4B0A6}" dt="2020-02-12T11:18:30.193" v="206"/>
        <pc:sldMkLst>
          <pc:docMk/>
          <pc:sldMk cId="4588405" sldId="284"/>
        </pc:sldMkLst>
      </pc:sldChg>
      <pc:sldChg chg="modSp modAnim">
        <pc:chgData name="Jan Petersen" userId="e55a0ce1-cf7f-4e22-b578-23c49e58975c" providerId="ADAL" clId="{71F9A4FA-68B7-435F-B39F-C9CED4B4B0A6}" dt="2020-02-12T11:29:42.748" v="210" actId="1582"/>
        <pc:sldMkLst>
          <pc:docMk/>
          <pc:sldMk cId="128583361" sldId="322"/>
        </pc:sldMkLst>
      </pc:sldChg>
      <pc:sldChg chg="modSp">
        <pc:chgData name="Jan Petersen" userId="e55a0ce1-cf7f-4e22-b578-23c49e58975c" providerId="ADAL" clId="{71F9A4FA-68B7-435F-B39F-C9CED4B4B0A6}" dt="2020-02-12T11:31:12.927" v="212" actId="1582"/>
        <pc:sldMkLst>
          <pc:docMk/>
          <pc:sldMk cId="1794633091" sldId="323"/>
        </pc:sldMkLst>
      </pc:sldChg>
      <pc:sldChg chg="modSp">
        <pc:chgData name="Jan Petersen" userId="e55a0ce1-cf7f-4e22-b578-23c49e58975c" providerId="ADAL" clId="{71F9A4FA-68B7-435F-B39F-C9CED4B4B0A6}" dt="2020-02-12T11:34:38.298" v="221" actId="6549"/>
        <pc:sldMkLst>
          <pc:docMk/>
          <pc:sldMk cId="2894782338" sldId="327"/>
        </pc:sldMkLst>
      </pc:sldChg>
      <pc:sldChg chg="modSp">
        <pc:chgData name="Jan Petersen" userId="e55a0ce1-cf7f-4e22-b578-23c49e58975c" providerId="ADAL" clId="{71F9A4FA-68B7-435F-B39F-C9CED4B4B0A6}" dt="2020-02-12T11:35:54.935" v="271" actId="14100"/>
        <pc:sldMkLst>
          <pc:docMk/>
          <pc:sldMk cId="1561164029" sldId="329"/>
        </pc:sldMkLst>
      </pc:sldChg>
      <pc:sldChg chg="modSp modAnim">
        <pc:chgData name="Jan Petersen" userId="e55a0ce1-cf7f-4e22-b578-23c49e58975c" providerId="ADAL" clId="{71F9A4FA-68B7-435F-B39F-C9CED4B4B0A6}" dt="2020-02-12T11:27:56.885" v="208"/>
        <pc:sldMkLst>
          <pc:docMk/>
          <pc:sldMk cId="1369549438" sldId="336"/>
        </pc:sldMkLst>
      </pc:sldChg>
      <pc:sldChg chg="modSp">
        <pc:chgData name="Jan Petersen" userId="e55a0ce1-cf7f-4e22-b578-23c49e58975c" providerId="ADAL" clId="{71F9A4FA-68B7-435F-B39F-C9CED4B4B0A6}" dt="2020-02-12T11:30:55.368" v="211" actId="1582"/>
        <pc:sldMkLst>
          <pc:docMk/>
          <pc:sldMk cId="2799570182" sldId="347"/>
        </pc:sldMkLst>
      </pc:sldChg>
      <pc:sldChg chg="addSp delSp">
        <pc:chgData name="Jan Petersen" userId="e55a0ce1-cf7f-4e22-b578-23c49e58975c" providerId="ADAL" clId="{71F9A4FA-68B7-435F-B39F-C9CED4B4B0A6}" dt="2020-02-12T11:08:16.794" v="9" actId="478"/>
        <pc:sldMkLst>
          <pc:docMk/>
          <pc:sldMk cId="1482910480" sldId="356"/>
        </pc:sldMkLst>
      </pc:sldChg>
      <pc:sldChg chg="modSp add del">
        <pc:chgData name="Jan Petersen" userId="e55a0ce1-cf7f-4e22-b578-23c49e58975c" providerId="ADAL" clId="{71F9A4FA-68B7-435F-B39F-C9CED4B4B0A6}" dt="2020-02-12T11:16:29.232" v="202" actId="47"/>
        <pc:sldMkLst>
          <pc:docMk/>
          <pc:sldMk cId="398269228" sldId="360"/>
        </pc:sldMkLst>
      </pc:sldChg>
      <pc:sldChg chg="modSp">
        <pc:chgData name="Jan Petersen" userId="e55a0ce1-cf7f-4e22-b578-23c49e58975c" providerId="ADAL" clId="{71F9A4FA-68B7-435F-B39F-C9CED4B4B0A6}" dt="2020-02-12T11:31:41.920" v="213" actId="1582"/>
        <pc:sldMkLst>
          <pc:docMk/>
          <pc:sldMk cId="1515859109" sldId="384"/>
        </pc:sldMkLst>
      </pc:sldChg>
      <pc:sldChg chg="addSp delSp add del">
        <pc:chgData name="Jan Petersen" userId="e55a0ce1-cf7f-4e22-b578-23c49e58975c" providerId="ADAL" clId="{71F9A4FA-68B7-435F-B39F-C9CED4B4B0A6}" dt="2020-02-12T11:08:28.858" v="10" actId="47"/>
        <pc:sldMkLst>
          <pc:docMk/>
          <pc:sldMk cId="2842315445" sldId="3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866A1-1830-4451-8730-DF5F778A6949}" type="datetimeFigureOut">
              <a:rPr lang="da-DK" smtClean="0"/>
              <a:t>24-02-2025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7B172-C039-42D1-B11B-8B9FD65970A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13189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E9C5D-0A46-4204-AD4F-28BCA39D9326}" type="datetimeFigureOut">
              <a:rPr lang="da-DK" smtClean="0"/>
              <a:t>24-02-2025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F8DAC-A113-4E68-9C5C-56D6533FA76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74500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AF8DAC-A113-4E68-9C5C-56D6533FA761}" type="slidenum">
              <a:rPr lang="da-DK" smtClean="0"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25068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24-02-2025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3751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24-02-2025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25130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24-02-2025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69733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24-02-2025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79224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24-02-2025</a:t>
            </a:fld>
            <a:endParaRPr lang="da-DK" dirty="0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5246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24-02-2025</a:t>
            </a:fld>
            <a:endParaRPr lang="da-DK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8879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24-02-2025</a:t>
            </a:fld>
            <a:endParaRPr lang="da-DK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91564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24-02-2025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34240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24-02-2025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6705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24-02-2025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0072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24-02-2025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3308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76A0-30D7-4D7A-A7D9-74402E02671B}" type="datetimeFigureOut">
              <a:rPr lang="da-DK" smtClean="0"/>
              <a:t>24-02-2025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E9C8E-5382-4313-B63F-5388F287E617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18748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k.rs-online.com/web/p/stromtransformere/6668205?srsltid=AfmBOooOv73VBEK0NOk6ThbR10WfB3uhjvt3auuY5Nsi8eiFXCmBOlzj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gi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496" y="28792"/>
            <a:ext cx="3024336" cy="458230"/>
          </a:xfrm>
        </p:spPr>
        <p:txBody>
          <a:bodyPr>
            <a:noAutofit/>
          </a:bodyPr>
          <a:lstStyle/>
          <a:p>
            <a:pPr algn="l"/>
            <a:r>
              <a:rPr lang="da-DK" sz="2800" b="1" i="1" dirty="0"/>
              <a:t>ELE-plan for </a:t>
            </a:r>
            <a:r>
              <a:rPr lang="da-DK" sz="2800" b="1" i="1"/>
              <a:t>i dag</a:t>
            </a:r>
            <a:endParaRPr lang="da-DK" sz="2800" b="1" i="1" dirty="0"/>
          </a:p>
        </p:txBody>
      </p:sp>
      <p:sp>
        <p:nvSpPr>
          <p:cNvPr id="12" name="Titel 1"/>
          <p:cNvSpPr txBox="1">
            <a:spLocks/>
          </p:cNvSpPr>
          <p:nvPr/>
        </p:nvSpPr>
        <p:spPr>
          <a:xfrm>
            <a:off x="648708" y="980727"/>
            <a:ext cx="7667708" cy="158417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Op Amp fejl i det lineære område</a:t>
            </a:r>
            <a:endParaRPr lang="da-DK" sz="2400" i="1" dirty="0"/>
          </a:p>
          <a:p>
            <a:pPr marL="342900" indent="-342900" algn="l">
              <a:buFontTx/>
              <a:buChar char="-"/>
            </a:pPr>
            <a:r>
              <a:rPr lang="da-DK" sz="2400" i="1" dirty="0"/>
              <a:t>Frekvensafhængighed i A</a:t>
            </a:r>
            <a:r>
              <a:rPr lang="da-DK" sz="2400" i="1" baseline="-25000" dirty="0"/>
              <a:t>OL</a:t>
            </a:r>
            <a:r>
              <a:rPr lang="da-DK" sz="2400" i="1" dirty="0"/>
              <a:t> og A</a:t>
            </a:r>
            <a:r>
              <a:rPr lang="da-DK" sz="2400" i="1" baseline="-25000" dirty="0"/>
              <a:t>CL</a:t>
            </a:r>
          </a:p>
          <a:p>
            <a:pPr marL="342900" indent="-342900" algn="l">
              <a:buFontTx/>
              <a:buChar char="-"/>
            </a:pPr>
            <a:r>
              <a:rPr lang="da-DK" sz="2400" i="1" dirty="0"/>
              <a:t>Hvorfor er frekvenskompensering nødvendig?</a:t>
            </a:r>
          </a:p>
          <a:p>
            <a:pPr marL="342900" indent="-342900" algn="l">
              <a:buFontTx/>
              <a:buChar char="-"/>
            </a:pPr>
            <a:r>
              <a:rPr lang="da-DK" sz="2400" i="1" dirty="0"/>
              <a:t>Hvordan opnås frekvenskompensering i praksis?</a:t>
            </a:r>
          </a:p>
        </p:txBody>
      </p:sp>
      <p:sp>
        <p:nvSpPr>
          <p:cNvPr id="13" name="Titel 1"/>
          <p:cNvSpPr txBox="1">
            <a:spLocks/>
          </p:cNvSpPr>
          <p:nvPr/>
        </p:nvSpPr>
        <p:spPr>
          <a:xfrm>
            <a:off x="648708" y="5283206"/>
            <a:ext cx="6875620" cy="50405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Eksempler og opgaver</a:t>
            </a:r>
            <a:endParaRPr lang="da-DK" sz="2400" i="1" dirty="0"/>
          </a:p>
          <a:p>
            <a:pPr marL="342900" indent="-342900" algn="l">
              <a:buFontTx/>
              <a:buChar char="-"/>
            </a:pPr>
            <a:endParaRPr lang="da-DK" sz="2400" b="1" i="1" dirty="0"/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648708" y="2798930"/>
            <a:ext cx="7307668" cy="100811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Mætningsfænomener</a:t>
            </a:r>
            <a:endParaRPr lang="da-DK" sz="2400" b="1" i="1" baseline="-25000" dirty="0"/>
          </a:p>
          <a:p>
            <a:pPr marL="342900" indent="-342900" algn="l">
              <a:buFontTx/>
              <a:buChar char="-"/>
            </a:pPr>
            <a:r>
              <a:rPr lang="da-DK" sz="2400" i="1" dirty="0"/>
              <a:t>En begrænsning ud over den dynamiske båndbredde</a:t>
            </a:r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648708" y="4041068"/>
            <a:ext cx="7451684" cy="100811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LF356/357</a:t>
            </a:r>
            <a:endParaRPr lang="da-DK" sz="2400" b="1" i="1" baseline="-25000" dirty="0"/>
          </a:p>
          <a:p>
            <a:pPr marL="342900" indent="-342900" algn="l">
              <a:buFontTx/>
              <a:buChar char="-"/>
            </a:pPr>
            <a:r>
              <a:rPr lang="da-DK" sz="2400" i="1" dirty="0"/>
              <a:t>Et kig indenfor i en Op Amp </a:t>
            </a:r>
            <a:r>
              <a:rPr lang="da-DK" sz="2400" dirty="0">
                <a:sym typeface="Wingdings" panose="05000000000000000000" pitchFamily="2" charset="2"/>
              </a:rPr>
              <a:t></a:t>
            </a:r>
            <a:endParaRPr lang="da-DK" sz="2400" i="1" dirty="0"/>
          </a:p>
        </p:txBody>
      </p:sp>
      <p:grpSp>
        <p:nvGrpSpPr>
          <p:cNvPr id="18" name="Gruppe 17">
            <a:extLst>
              <a:ext uri="{FF2B5EF4-FFF2-40B4-BE49-F238E27FC236}">
                <a16:creationId xmlns:a16="http://schemas.microsoft.com/office/drawing/2014/main" id="{B024EB24-61A3-4C7D-952C-87FD12343778}"/>
              </a:ext>
            </a:extLst>
          </p:cNvPr>
          <p:cNvGrpSpPr/>
          <p:nvPr/>
        </p:nvGrpSpPr>
        <p:grpSpPr>
          <a:xfrm>
            <a:off x="6228184" y="4488018"/>
            <a:ext cx="2194141" cy="1533270"/>
            <a:chOff x="6194283" y="4273521"/>
            <a:chExt cx="2194141" cy="1533270"/>
          </a:xfrm>
        </p:grpSpPr>
        <p:sp>
          <p:nvSpPr>
            <p:cNvPr id="10" name="Titel 1">
              <a:extLst>
                <a:ext uri="{FF2B5EF4-FFF2-40B4-BE49-F238E27FC236}">
                  <a16:creationId xmlns:a16="http://schemas.microsoft.com/office/drawing/2014/main" id="{AF057CBD-EEF1-4B62-BF87-FEB8C1E79DCE}"/>
                </a:ext>
              </a:extLst>
            </p:cNvPr>
            <p:cNvSpPr txBox="1">
              <a:spLocks/>
            </p:cNvSpPr>
            <p:nvPr/>
          </p:nvSpPr>
          <p:spPr>
            <a:xfrm>
              <a:off x="6444208" y="4832838"/>
              <a:ext cx="1166604" cy="45036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400" i="1" dirty="0"/>
                <a:t>C6 + C4</a:t>
              </a:r>
            </a:p>
          </p:txBody>
        </p:sp>
        <p:sp>
          <p:nvSpPr>
            <p:cNvPr id="14" name="Titel 1">
              <a:extLst>
                <a:ext uri="{FF2B5EF4-FFF2-40B4-BE49-F238E27FC236}">
                  <a16:creationId xmlns:a16="http://schemas.microsoft.com/office/drawing/2014/main" id="{1D61014C-81BF-466A-89B3-7EE1B6ED569F}"/>
                </a:ext>
              </a:extLst>
            </p:cNvPr>
            <p:cNvSpPr txBox="1">
              <a:spLocks/>
            </p:cNvSpPr>
            <p:nvPr/>
          </p:nvSpPr>
          <p:spPr>
            <a:xfrm>
              <a:off x="6458684" y="4273521"/>
              <a:ext cx="457565" cy="30760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1400" i="1" dirty="0"/>
                <a:t>A</a:t>
              </a:r>
              <a:r>
                <a:rPr lang="da-DK" sz="1400" i="1" baseline="-25000" dirty="0"/>
                <a:t>OL</a:t>
              </a:r>
              <a:endParaRPr lang="da-DK" sz="1400" i="1" dirty="0"/>
            </a:p>
          </p:txBody>
        </p:sp>
        <p:cxnSp>
          <p:nvCxnSpPr>
            <p:cNvPr id="4" name="Lige pilforbindelse 3">
              <a:extLst>
                <a:ext uri="{FF2B5EF4-FFF2-40B4-BE49-F238E27FC236}">
                  <a16:creationId xmlns:a16="http://schemas.microsoft.com/office/drawing/2014/main" id="{18D851F6-097B-4749-8189-2C249FC6F0B8}"/>
                </a:ext>
              </a:extLst>
            </p:cNvPr>
            <p:cNvCxnSpPr>
              <a:cxnSpLocks/>
            </p:cNvCxnSpPr>
            <p:nvPr/>
          </p:nvCxnSpPr>
          <p:spPr>
            <a:xfrm>
              <a:off x="6690788" y="4580718"/>
              <a:ext cx="0" cy="32117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itel 1">
              <a:extLst>
                <a:ext uri="{FF2B5EF4-FFF2-40B4-BE49-F238E27FC236}">
                  <a16:creationId xmlns:a16="http://schemas.microsoft.com/office/drawing/2014/main" id="{5AFAA6E2-C154-4997-8134-E51EE73C751C}"/>
                </a:ext>
              </a:extLst>
            </p:cNvPr>
            <p:cNvSpPr txBox="1">
              <a:spLocks/>
            </p:cNvSpPr>
            <p:nvPr/>
          </p:nvSpPr>
          <p:spPr>
            <a:xfrm>
              <a:off x="6194283" y="5499184"/>
              <a:ext cx="2194141" cy="30760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1400" i="1" dirty="0"/>
                <a:t>Optimering af båndbredde</a:t>
              </a:r>
            </a:p>
          </p:txBody>
        </p:sp>
        <p:cxnSp>
          <p:nvCxnSpPr>
            <p:cNvPr id="16" name="Lige pilforbindelse 15">
              <a:extLst>
                <a:ext uri="{FF2B5EF4-FFF2-40B4-BE49-F238E27FC236}">
                  <a16:creationId xmlns:a16="http://schemas.microsoft.com/office/drawing/2014/main" id="{3CE1D49D-2709-4264-BD90-D94CD9746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0668" y="5231361"/>
              <a:ext cx="0" cy="30346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pe 16">
            <a:extLst>
              <a:ext uri="{FF2B5EF4-FFF2-40B4-BE49-F238E27FC236}">
                <a16:creationId xmlns:a16="http://schemas.microsoft.com/office/drawing/2014/main" id="{EFA91156-3DE8-44AF-8575-FF9F65AA6680}"/>
              </a:ext>
            </a:extLst>
          </p:cNvPr>
          <p:cNvGrpSpPr/>
          <p:nvPr/>
        </p:nvGrpSpPr>
        <p:grpSpPr>
          <a:xfrm>
            <a:off x="2915816" y="465341"/>
            <a:ext cx="5506510" cy="458233"/>
            <a:chOff x="2627784" y="465341"/>
            <a:chExt cx="4832243" cy="458233"/>
          </a:xfrm>
        </p:grpSpPr>
        <p:sp>
          <p:nvSpPr>
            <p:cNvPr id="19" name="Titel 1">
              <a:extLst>
                <a:ext uri="{FF2B5EF4-FFF2-40B4-BE49-F238E27FC236}">
                  <a16:creationId xmlns:a16="http://schemas.microsoft.com/office/drawing/2014/main" id="{09635465-728A-4CBA-8560-A3E69F166E0C}"/>
                </a:ext>
              </a:extLst>
            </p:cNvPr>
            <p:cNvSpPr txBox="1">
              <a:spLocks/>
            </p:cNvSpPr>
            <p:nvPr/>
          </p:nvSpPr>
          <p:spPr>
            <a:xfrm>
              <a:off x="3707904" y="465341"/>
              <a:ext cx="3752123" cy="458233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400" i="1" dirty="0">
                  <a:solidFill>
                    <a:srgbClr val="FF0000"/>
                  </a:solidFill>
                </a:rPr>
                <a:t>Lidt </a:t>
              </a:r>
              <a:r>
                <a:rPr lang="da-DK" sz="2400" i="1" dirty="0" err="1">
                  <a:solidFill>
                    <a:srgbClr val="FF0000"/>
                  </a:solidFill>
                </a:rPr>
                <a:t>rep</a:t>
              </a:r>
              <a:r>
                <a:rPr lang="da-DK" sz="2400" i="1" dirty="0">
                  <a:solidFill>
                    <a:srgbClr val="FF0000"/>
                  </a:solidFill>
                </a:rPr>
                <a:t>. med negativ feedback?</a:t>
              </a:r>
            </a:p>
          </p:txBody>
        </p:sp>
        <p:cxnSp>
          <p:nvCxnSpPr>
            <p:cNvPr id="20" name="Lige pilforbindelse 19">
              <a:extLst>
                <a:ext uri="{FF2B5EF4-FFF2-40B4-BE49-F238E27FC236}">
                  <a16:creationId xmlns:a16="http://schemas.microsoft.com/office/drawing/2014/main" id="{CEEBAAF2-7B40-44FF-BD8A-258D6F880A34}"/>
                </a:ext>
              </a:extLst>
            </p:cNvPr>
            <p:cNvCxnSpPr/>
            <p:nvPr/>
          </p:nvCxnSpPr>
          <p:spPr>
            <a:xfrm flipH="1">
              <a:off x="2627784" y="694457"/>
              <a:ext cx="108012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228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&#10;AAAZZKBOa.EPS                                                  0003078BMacintosh HD                   B3377F2F:">
            <a:extLst>
              <a:ext uri="{FF2B5EF4-FFF2-40B4-BE49-F238E27FC236}">
                <a16:creationId xmlns:a16="http://schemas.microsoft.com/office/drawing/2014/main" id="{23404998-3EC3-4F87-81E7-445AE5C9F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1539"/>
            <a:ext cx="4360487" cy="279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&#10;AAAZZKBOb.EPS                                                  0003078BMacintosh HD                   B3377F2F:">
            <a:extLst>
              <a:ext uri="{FF2B5EF4-FFF2-40B4-BE49-F238E27FC236}">
                <a16:creationId xmlns:a16="http://schemas.microsoft.com/office/drawing/2014/main" id="{E1E0758F-684F-4D87-B9D5-08D921E83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91539"/>
            <a:ext cx="4320480" cy="278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&#10;AAAZZKBOc.EPS                                                  0003078BMacintosh HD                   B3377F2F:">
            <a:extLst>
              <a:ext uri="{FF2B5EF4-FFF2-40B4-BE49-F238E27FC236}">
                <a16:creationId xmlns:a16="http://schemas.microsoft.com/office/drawing/2014/main" id="{777247AD-45AD-4D45-B2ED-6D49F0C24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356992"/>
            <a:ext cx="4348797" cy="279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&#10;AAAZZKBOd.EPS                                                  0003078BMacintosh HD                   B3377F2F:">
            <a:extLst>
              <a:ext uri="{FF2B5EF4-FFF2-40B4-BE49-F238E27FC236}">
                <a16:creationId xmlns:a16="http://schemas.microsoft.com/office/drawing/2014/main" id="{0F601399-E239-4B9F-B373-1BACAFBC9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997" y="3356992"/>
            <a:ext cx="4297499" cy="278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E7D460B4-5051-406D-A7F5-599DF7AEF29F}"/>
              </a:ext>
            </a:extLst>
          </p:cNvPr>
          <p:cNvSpPr txBox="1">
            <a:spLocks/>
          </p:cNvSpPr>
          <p:nvPr/>
        </p:nvSpPr>
        <p:spPr>
          <a:xfrm>
            <a:off x="4021645" y="6270043"/>
            <a:ext cx="1099123" cy="3273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600" i="1" dirty="0"/>
              <a:t>Figur 9.14</a:t>
            </a:r>
          </a:p>
        </p:txBody>
      </p:sp>
    </p:spTree>
    <p:extLst>
      <p:ext uri="{BB962C8B-B14F-4D97-AF65-F5344CB8AC3E}">
        <p14:creationId xmlns:p14="http://schemas.microsoft.com/office/powerpoint/2010/main" val="874866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80728"/>
            <a:ext cx="8212967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327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80728"/>
            <a:ext cx="8212967" cy="4608512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B5868D63-B7E1-480F-A1FB-27747B2CA7ED}"/>
              </a:ext>
            </a:extLst>
          </p:cNvPr>
          <p:cNvSpPr txBox="1">
            <a:spLocks/>
          </p:cNvSpPr>
          <p:nvPr/>
        </p:nvSpPr>
        <p:spPr>
          <a:xfrm>
            <a:off x="479939" y="5877272"/>
            <a:ext cx="3096344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A</a:t>
            </a:r>
            <a:r>
              <a:rPr lang="da-DK" sz="2400" b="1" i="1" baseline="-25000" dirty="0"/>
              <a:t>v</a:t>
            </a:r>
            <a:r>
              <a:rPr lang="da-DK" sz="2400" i="1" dirty="0"/>
              <a:t> ~ </a:t>
            </a:r>
            <a:r>
              <a:rPr lang="da-DK" sz="2400" b="1" i="1" dirty="0"/>
              <a:t>G</a:t>
            </a:r>
            <a:r>
              <a:rPr lang="da-DK" sz="2400" b="1" i="1" baseline="-25000" dirty="0"/>
              <a:t>m</a:t>
            </a:r>
            <a:r>
              <a:rPr lang="da-DK" sz="2400" i="1" dirty="0"/>
              <a:t> ~ </a:t>
            </a:r>
            <a:r>
              <a:rPr lang="da-DK" sz="2400" b="1" i="1" dirty="0" err="1"/>
              <a:t>R</a:t>
            </a:r>
            <a:r>
              <a:rPr lang="da-DK" sz="2400" b="1" i="1" baseline="-25000" dirty="0" err="1"/>
              <a:t>m</a:t>
            </a:r>
            <a:r>
              <a:rPr lang="da-DK" sz="2400" i="1" dirty="0"/>
              <a:t> ~ </a:t>
            </a:r>
            <a:r>
              <a:rPr lang="da-DK" sz="2400" b="1" i="1" dirty="0"/>
              <a:t>A</a:t>
            </a:r>
            <a:r>
              <a:rPr lang="da-DK" sz="2400" b="1" i="1" baseline="-25000" dirty="0"/>
              <a:t>i</a:t>
            </a:r>
            <a:r>
              <a:rPr lang="da-DK" sz="2400" i="1" dirty="0"/>
              <a:t> ~ </a:t>
            </a:r>
            <a:r>
              <a:rPr lang="da-DK" sz="2400" b="1" i="1" dirty="0"/>
              <a:t>A</a:t>
            </a:r>
            <a:r>
              <a:rPr lang="da-DK" sz="2400" b="1" i="1" baseline="-25000" dirty="0"/>
              <a:t>OL</a:t>
            </a:r>
            <a:endParaRPr lang="da-DK" sz="2400" i="1" dirty="0"/>
          </a:p>
        </p:txBody>
      </p:sp>
      <p:cxnSp>
        <p:nvCxnSpPr>
          <p:cNvPr id="5" name="Lige pilforbindelse 4">
            <a:extLst>
              <a:ext uri="{FF2B5EF4-FFF2-40B4-BE49-F238E27FC236}">
                <a16:creationId xmlns:a16="http://schemas.microsoft.com/office/drawing/2014/main" id="{1624B9EA-FC4D-49C4-A105-98FBEC8C6E10}"/>
              </a:ext>
            </a:extLst>
          </p:cNvPr>
          <p:cNvCxnSpPr/>
          <p:nvPr/>
        </p:nvCxnSpPr>
        <p:spPr>
          <a:xfrm flipV="1">
            <a:off x="743544" y="2300936"/>
            <a:ext cx="2664296" cy="3744416"/>
          </a:xfrm>
          <a:prstGeom prst="straightConnector1">
            <a:avLst/>
          </a:prstGeom>
          <a:ln w="3175">
            <a:solidFill>
              <a:srgbClr val="FF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ige pilforbindelse 5">
            <a:extLst>
              <a:ext uri="{FF2B5EF4-FFF2-40B4-BE49-F238E27FC236}">
                <a16:creationId xmlns:a16="http://schemas.microsoft.com/office/drawing/2014/main" id="{FB084E4F-8BF2-4017-8C59-8E14A2758A78}"/>
              </a:ext>
            </a:extLst>
          </p:cNvPr>
          <p:cNvCxnSpPr>
            <a:cxnSpLocks/>
          </p:cNvCxnSpPr>
          <p:nvPr/>
        </p:nvCxnSpPr>
        <p:spPr>
          <a:xfrm flipV="1">
            <a:off x="1403648" y="2852936"/>
            <a:ext cx="2004192" cy="3192416"/>
          </a:xfrm>
          <a:prstGeom prst="straightConnector1">
            <a:avLst/>
          </a:prstGeom>
          <a:ln w="3175">
            <a:solidFill>
              <a:srgbClr val="FF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86CA7342-2C5C-4FF7-ADC2-CCE1E7BECAC7}"/>
              </a:ext>
            </a:extLst>
          </p:cNvPr>
          <p:cNvCxnSpPr>
            <a:cxnSpLocks/>
          </p:cNvCxnSpPr>
          <p:nvPr/>
        </p:nvCxnSpPr>
        <p:spPr>
          <a:xfrm flipV="1">
            <a:off x="1907704" y="3429000"/>
            <a:ext cx="1500136" cy="2520280"/>
          </a:xfrm>
          <a:prstGeom prst="straightConnector1">
            <a:avLst/>
          </a:prstGeom>
          <a:ln w="3175">
            <a:solidFill>
              <a:srgbClr val="FF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0B67E91F-138A-4A46-83F8-1A95624806A6}"/>
              </a:ext>
            </a:extLst>
          </p:cNvPr>
          <p:cNvCxnSpPr>
            <a:cxnSpLocks/>
          </p:cNvCxnSpPr>
          <p:nvPr/>
        </p:nvCxnSpPr>
        <p:spPr>
          <a:xfrm flipV="1">
            <a:off x="2555776" y="4017188"/>
            <a:ext cx="842755" cy="1932092"/>
          </a:xfrm>
          <a:prstGeom prst="straightConnector1">
            <a:avLst/>
          </a:prstGeom>
          <a:ln w="3175">
            <a:solidFill>
              <a:srgbClr val="FF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82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6016C-11F8-4D20-F884-55317B1ED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felt 6">
            <a:extLst>
              <a:ext uri="{FF2B5EF4-FFF2-40B4-BE49-F238E27FC236}">
                <a16:creationId xmlns:a16="http://schemas.microsoft.com/office/drawing/2014/main" id="{8F28003B-14AA-A84F-C954-A6F190528FD7}"/>
              </a:ext>
            </a:extLst>
          </p:cNvPr>
          <p:cNvSpPr txBox="1"/>
          <p:nvPr/>
        </p:nvSpPr>
        <p:spPr>
          <a:xfrm>
            <a:off x="7740352" y="6381328"/>
            <a:ext cx="1152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i="1" dirty="0">
                <a:hlinkClick r:id="rId2"/>
              </a:rPr>
              <a:t>Link til RS</a:t>
            </a:r>
            <a:endParaRPr lang="da-DK" i="1" dirty="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B6DEDB3A-0D6D-A050-A93F-483A84501042}"/>
              </a:ext>
            </a:extLst>
          </p:cNvPr>
          <p:cNvSpPr/>
          <p:nvPr/>
        </p:nvSpPr>
        <p:spPr>
          <a:xfrm>
            <a:off x="35496" y="44624"/>
            <a:ext cx="28803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/>
              <a:t>Strømtransformer</a:t>
            </a:r>
          </a:p>
        </p:txBody>
      </p:sp>
      <p:pic>
        <p:nvPicPr>
          <p:cNvPr id="14" name="Billede 13">
            <a:extLst>
              <a:ext uri="{FF2B5EF4-FFF2-40B4-BE49-F238E27FC236}">
                <a16:creationId xmlns:a16="http://schemas.microsoft.com/office/drawing/2014/main" id="{F80351C3-7EA5-440A-82E6-67D4410D7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1196752"/>
            <a:ext cx="6156351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059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D4E4921D-9531-7678-F522-9C3F40E8A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652120" y="50943"/>
            <a:ext cx="576064" cy="615341"/>
          </a:xfrm>
          <a:prstGeom prst="rect">
            <a:avLst/>
          </a:prstGeom>
        </p:spPr>
      </p:pic>
      <p:sp>
        <p:nvSpPr>
          <p:cNvPr id="12" name="Undertitel 2"/>
          <p:cNvSpPr txBox="1">
            <a:spLocks/>
          </p:cNvSpPr>
          <p:nvPr/>
        </p:nvSpPr>
        <p:spPr>
          <a:xfrm>
            <a:off x="323528" y="2060848"/>
            <a:ext cx="8496944" cy="122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1617663" algn="l"/>
              </a:tabLst>
            </a:pPr>
            <a:r>
              <a:rPr lang="da-DK" sz="2400" i="1" dirty="0">
                <a:solidFill>
                  <a:schemeClr val="tx1"/>
                </a:solidFill>
              </a:rPr>
              <a:t>Den ideelle modstand er kendetegnet ved at </a:t>
            </a:r>
            <a:r>
              <a:rPr lang="da-DK" sz="2400" b="1" i="1" dirty="0">
                <a:solidFill>
                  <a:schemeClr val="tx1"/>
                </a:solidFill>
              </a:rPr>
              <a:t>spændingen over </a:t>
            </a:r>
            <a:r>
              <a:rPr lang="da-DK" sz="2400" i="1" dirty="0">
                <a:solidFill>
                  <a:schemeClr val="tx1"/>
                </a:solidFill>
              </a:rPr>
              <a:t>den er proportional med </a:t>
            </a:r>
            <a:r>
              <a:rPr lang="da-DK" sz="2400" b="1" i="1" dirty="0">
                <a:solidFill>
                  <a:schemeClr val="tx1"/>
                </a:solidFill>
              </a:rPr>
              <a:t>strømmen gennem </a:t>
            </a:r>
            <a:r>
              <a:rPr lang="da-DK" sz="2400" i="1" dirty="0">
                <a:solidFill>
                  <a:schemeClr val="tx1"/>
                </a:solidFill>
              </a:rPr>
              <a:t>den.</a:t>
            </a:r>
            <a:endParaRPr lang="da-DK" sz="2400" b="1" i="1" dirty="0">
              <a:solidFill>
                <a:schemeClr val="tx1"/>
              </a:solidFill>
            </a:endParaRPr>
          </a:p>
        </p:txBody>
      </p:sp>
      <p:pic>
        <p:nvPicPr>
          <p:cNvPr id="1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8930" y="3468093"/>
            <a:ext cx="6342743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dertitel 2"/>
          <p:cNvSpPr txBox="1">
            <a:spLocks/>
          </p:cNvSpPr>
          <p:nvPr/>
        </p:nvSpPr>
        <p:spPr>
          <a:xfrm>
            <a:off x="7368183" y="3265934"/>
            <a:ext cx="1548680" cy="48835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2400" i="1" dirty="0">
                <a:solidFill>
                  <a:srgbClr val="FF0000"/>
                </a:solidFill>
              </a:rPr>
              <a:t>Ohms lov</a:t>
            </a:r>
          </a:p>
        </p:txBody>
      </p:sp>
      <p:cxnSp>
        <p:nvCxnSpPr>
          <p:cNvPr id="9" name="Lige pilforbindelse 8"/>
          <p:cNvCxnSpPr/>
          <p:nvPr/>
        </p:nvCxnSpPr>
        <p:spPr>
          <a:xfrm flipH="1">
            <a:off x="6720111" y="3597113"/>
            <a:ext cx="648072" cy="31689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el 1"/>
          <p:cNvSpPr txBox="1">
            <a:spLocks/>
          </p:cNvSpPr>
          <p:nvPr/>
        </p:nvSpPr>
        <p:spPr>
          <a:xfrm>
            <a:off x="59879" y="59647"/>
            <a:ext cx="5808265" cy="490964"/>
          </a:xfrm>
          <a:prstGeom prst="rect">
            <a:avLst/>
          </a:prstGeom>
        </p:spPr>
        <p:txBody>
          <a:bodyPr anchor="ctr" anchorCtr="0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Modstand - måske et bedre alternativ?</a:t>
            </a:r>
          </a:p>
        </p:txBody>
      </p:sp>
    </p:spTree>
    <p:extLst>
      <p:ext uri="{BB962C8B-B14F-4D97-AF65-F5344CB8AC3E}">
        <p14:creationId xmlns:p14="http://schemas.microsoft.com/office/powerpoint/2010/main" val="790987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A97FDB8E-DD98-4B51-95C1-A69C65C8A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3588" y="116632"/>
            <a:ext cx="7416824" cy="6264696"/>
          </a:xfrm>
        </p:spPr>
        <p:txBody>
          <a:bodyPr>
            <a:noAutofit/>
          </a:bodyPr>
          <a:lstStyle/>
          <a:p>
            <a:r>
              <a:rPr lang="da-DK" sz="40000" b="1" i="1" dirty="0"/>
              <a:t>A</a:t>
            </a:r>
            <a:r>
              <a:rPr lang="da-DK" sz="40000" b="1" i="1" baseline="-25000" dirty="0"/>
              <a:t>OL</a:t>
            </a:r>
          </a:p>
        </p:txBody>
      </p:sp>
    </p:spTree>
    <p:extLst>
      <p:ext uri="{BB962C8B-B14F-4D97-AF65-F5344CB8AC3E}">
        <p14:creationId xmlns:p14="http://schemas.microsoft.com/office/powerpoint/2010/main" val="2986650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99593" y="928654"/>
            <a:ext cx="3168352" cy="715381"/>
          </a:xfrm>
        </p:spPr>
        <p:txBody>
          <a:bodyPr>
            <a:normAutofit/>
          </a:bodyPr>
          <a:lstStyle/>
          <a:p>
            <a:pPr algn="l"/>
            <a:r>
              <a:rPr lang="da-DK" sz="2400" b="1" i="1" dirty="0"/>
              <a:t>A</a:t>
            </a:r>
            <a:r>
              <a:rPr lang="da-DK" sz="2400" b="1" i="1" baseline="-25000" dirty="0"/>
              <a:t>OL</a:t>
            </a:r>
            <a:r>
              <a:rPr lang="da-DK" sz="2400" i="1" dirty="0"/>
              <a:t> frekvensafhængig</a:t>
            </a:r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193631"/>
            <a:ext cx="2670714" cy="290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77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99593" y="928654"/>
            <a:ext cx="3168352" cy="715381"/>
          </a:xfrm>
        </p:spPr>
        <p:txBody>
          <a:bodyPr>
            <a:normAutofit/>
          </a:bodyPr>
          <a:lstStyle/>
          <a:p>
            <a:pPr algn="l"/>
            <a:r>
              <a:rPr lang="da-DK" sz="2400" b="1" i="1" dirty="0"/>
              <a:t>A</a:t>
            </a:r>
            <a:r>
              <a:rPr lang="da-DK" sz="2400" b="1" i="1" baseline="-25000" dirty="0"/>
              <a:t>OL</a:t>
            </a:r>
            <a:r>
              <a:rPr lang="da-DK" sz="2400" i="1" dirty="0"/>
              <a:t> frekvensafhængig</a:t>
            </a:r>
          </a:p>
        </p:txBody>
      </p:sp>
      <p:sp>
        <p:nvSpPr>
          <p:cNvPr id="4" name="Titel 1"/>
          <p:cNvSpPr txBox="1">
            <a:spLocks/>
          </p:cNvSpPr>
          <p:nvPr/>
        </p:nvSpPr>
        <p:spPr>
          <a:xfrm>
            <a:off x="899593" y="3362486"/>
            <a:ext cx="2952328" cy="7153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K</a:t>
            </a:r>
            <a:r>
              <a:rPr lang="da-DK" sz="2400" b="1" i="1" baseline="-25000" dirty="0"/>
              <a:t>f</a:t>
            </a:r>
            <a:r>
              <a:rPr lang="da-DK" sz="2400" i="1" dirty="0"/>
              <a:t> frekvensafhængig: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/>
              <p:cNvSpPr txBox="1">
                <a:spLocks/>
              </p:cNvSpPr>
              <p:nvPr/>
            </p:nvSpPr>
            <p:spPr>
              <a:xfrm>
                <a:off x="4211704" y="3292672"/>
                <a:ext cx="2016480" cy="11770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i="1">
                            <a:latin typeface="Calibri" panose="020F0502020204030204" pitchFamily="34" charset="0"/>
                          </a:rPr>
                          <m:t>K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i="1" baseline="-25000">
                            <a:latin typeface="Calibri" panose="020F0502020204030204" pitchFamily="34" charset="0"/>
                          </a:rPr>
                          <m:t>f</m:t>
                        </m:r>
                      </m:sub>
                    </m:sSub>
                    <m:r>
                      <m:rPr>
                        <m:nor/>
                      </m:rPr>
                      <a:rPr lang="da-DK" sz="2400" i="1">
                        <a:latin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a-DK" sz="2400" i="1" dirty="0">
                    <a:latin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>
                            <a:latin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>
                            <a:latin typeface="Calibri" panose="020F0502020204030204" pitchFamily="34" charset="0"/>
                          </a:rPr>
                          <m:t>1+ </m:t>
                        </m:r>
                        <m:f>
                          <m:fPr>
                            <m:ctrlPr>
                              <a:rPr lang="da-DK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2400" i="1">
                                <a:latin typeface="Calibri" panose="020F050202020403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da-DK" sz="2400" i="1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β</m:t>
                            </m:r>
                            <m:r>
                              <m:rPr>
                                <m:nor/>
                              </m:rPr>
                              <a:rPr lang="da-DK" sz="2400" i="1">
                                <a:latin typeface="Calibri" panose="020F0502020204030204" pitchFamily="34" charset="0"/>
                              </a:rPr>
                              <m:t> ∙ </m:t>
                            </m:r>
                            <m:sSub>
                              <m:sSub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a-DK" sz="2400" i="1">
                                    <a:latin typeface="Calibri" panose="020F0502020204030204" pitchFamily="34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da-DK" sz="2400" i="1" baseline="-25000">
                                    <a:latin typeface="Calibri" panose="020F0502020204030204" pitchFamily="34" charset="0"/>
                                  </a:rPr>
                                  <m:t>OL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da-DK" sz="2400" i="1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itel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704" y="3292672"/>
                <a:ext cx="2016480" cy="11770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Højrepil 7"/>
          <p:cNvSpPr/>
          <p:nvPr/>
        </p:nvSpPr>
        <p:spPr>
          <a:xfrm rot="5400000">
            <a:off x="1876013" y="2317189"/>
            <a:ext cx="711454" cy="36004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 sz="2400" i="1" dirty="0"/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193631"/>
            <a:ext cx="2670714" cy="290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81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99593" y="928654"/>
            <a:ext cx="3168352" cy="715381"/>
          </a:xfrm>
        </p:spPr>
        <p:txBody>
          <a:bodyPr>
            <a:normAutofit/>
          </a:bodyPr>
          <a:lstStyle/>
          <a:p>
            <a:pPr algn="l"/>
            <a:r>
              <a:rPr lang="da-DK" sz="2400" b="1" i="1" dirty="0"/>
              <a:t>A</a:t>
            </a:r>
            <a:r>
              <a:rPr lang="da-DK" sz="2400" b="1" i="1" baseline="-25000" dirty="0"/>
              <a:t>OL</a:t>
            </a:r>
            <a:r>
              <a:rPr lang="da-DK" sz="2400" i="1" dirty="0"/>
              <a:t> frekvensafhængig</a:t>
            </a:r>
          </a:p>
        </p:txBody>
      </p:sp>
      <p:sp>
        <p:nvSpPr>
          <p:cNvPr id="4" name="Titel 1"/>
          <p:cNvSpPr txBox="1">
            <a:spLocks/>
          </p:cNvSpPr>
          <p:nvPr/>
        </p:nvSpPr>
        <p:spPr>
          <a:xfrm>
            <a:off x="899593" y="3362486"/>
            <a:ext cx="2952328" cy="7153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K</a:t>
            </a:r>
            <a:r>
              <a:rPr lang="da-DK" sz="2400" b="1" i="1" baseline="-25000" dirty="0"/>
              <a:t>f</a:t>
            </a:r>
            <a:r>
              <a:rPr lang="da-DK" sz="2400" i="1" dirty="0"/>
              <a:t> frekvensafhængig:</a:t>
            </a:r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899592" y="5311212"/>
            <a:ext cx="3096344" cy="591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A</a:t>
            </a:r>
            <a:r>
              <a:rPr lang="da-DK" sz="2400" b="1" i="1" baseline="-25000" dirty="0"/>
              <a:t>CL</a:t>
            </a:r>
            <a:r>
              <a:rPr lang="da-DK" sz="2400" i="1" dirty="0"/>
              <a:t> frekvensafhængig: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/>
              <p:cNvSpPr txBox="1">
                <a:spLocks/>
              </p:cNvSpPr>
              <p:nvPr/>
            </p:nvSpPr>
            <p:spPr>
              <a:xfrm>
                <a:off x="4211704" y="5213364"/>
                <a:ext cx="1524655" cy="78691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i="1">
                            <a:latin typeface="Calibri" panose="020F0502020204030204" pitchFamily="34" charset="0"/>
                          </a:rPr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i="1" baseline="-25000">
                            <a:latin typeface="Calibri" panose="020F0502020204030204" pitchFamily="34" charset="0"/>
                          </a:rPr>
                          <m:t>CL</m:t>
                        </m:r>
                      </m:sub>
                    </m:sSub>
                  </m:oMath>
                </a14:m>
                <a:r>
                  <a:rPr lang="da-DK" sz="2400" i="1" dirty="0">
                    <a:latin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>
                            <a:latin typeface="Calibri" panose="020F0502020204030204" pitchFamily="34" charset="0"/>
                          </a:rPr>
                          <m:t>α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β</m:t>
                        </m:r>
                      </m:den>
                    </m:f>
                    <m:r>
                      <m:rPr>
                        <m:nor/>
                      </m:rPr>
                      <a:rPr lang="da-DK" sz="2400" i="1">
                        <a:latin typeface="Calibri" panose="020F0502020204030204" pitchFamily="34" charset="0"/>
                      </a:rPr>
                      <m:t> ∙ </m:t>
                    </m:r>
                    <m:sSub>
                      <m:sSub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i="1">
                            <a:latin typeface="Calibri" panose="020F0502020204030204" pitchFamily="34" charset="0"/>
                          </a:rPr>
                          <m:t>K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i="1" baseline="-25000">
                            <a:latin typeface="Calibri" panose="020F0502020204030204" pitchFamily="34" charset="0"/>
                          </a:rPr>
                          <m:t>f</m:t>
                        </m:r>
                      </m:sub>
                    </m:sSub>
                  </m:oMath>
                </a14:m>
                <a:endParaRPr lang="da-DK" sz="2400" i="1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itel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704" y="5213364"/>
                <a:ext cx="1524655" cy="7869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Højrepil 7"/>
          <p:cNvSpPr/>
          <p:nvPr/>
        </p:nvSpPr>
        <p:spPr>
          <a:xfrm rot="5400000">
            <a:off x="1876013" y="4514520"/>
            <a:ext cx="711454" cy="36004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 sz="2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/>
              <p:cNvSpPr txBox="1">
                <a:spLocks/>
              </p:cNvSpPr>
              <p:nvPr/>
            </p:nvSpPr>
            <p:spPr>
              <a:xfrm>
                <a:off x="4211704" y="3292672"/>
                <a:ext cx="2016480" cy="11770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i="1">
                            <a:latin typeface="Calibri" panose="020F0502020204030204" pitchFamily="34" charset="0"/>
                          </a:rPr>
                          <m:t>K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i="1" baseline="-25000">
                            <a:latin typeface="Calibri" panose="020F0502020204030204" pitchFamily="34" charset="0"/>
                          </a:rPr>
                          <m:t>f</m:t>
                        </m:r>
                      </m:sub>
                    </m:sSub>
                    <m:r>
                      <m:rPr>
                        <m:nor/>
                      </m:rPr>
                      <a:rPr lang="da-DK" sz="2400" i="1">
                        <a:latin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a-DK" sz="2400" i="1" dirty="0">
                    <a:latin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>
                            <a:latin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>
                            <a:latin typeface="Calibri" panose="020F0502020204030204" pitchFamily="34" charset="0"/>
                          </a:rPr>
                          <m:t>1+ </m:t>
                        </m:r>
                        <m:f>
                          <m:fPr>
                            <m:ctrlPr>
                              <a:rPr lang="da-DK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2400" i="1">
                                <a:latin typeface="Calibri" panose="020F050202020403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da-DK" sz="2400" i="1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β</m:t>
                            </m:r>
                            <m:r>
                              <m:rPr>
                                <m:nor/>
                              </m:rPr>
                              <a:rPr lang="da-DK" sz="2400" i="1">
                                <a:latin typeface="Calibri" panose="020F0502020204030204" pitchFamily="34" charset="0"/>
                              </a:rPr>
                              <m:t> ∙ </m:t>
                            </m:r>
                            <m:sSub>
                              <m:sSub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a-DK" sz="2400" i="1">
                                    <a:latin typeface="Calibri" panose="020F0502020204030204" pitchFamily="34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da-DK" sz="2400" i="1" baseline="-25000">
                                    <a:latin typeface="Calibri" panose="020F0502020204030204" pitchFamily="34" charset="0"/>
                                  </a:rPr>
                                  <m:t>OL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da-DK" sz="2400" i="1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itel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704" y="3292672"/>
                <a:ext cx="2016480" cy="11770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Højrepil 7"/>
          <p:cNvSpPr/>
          <p:nvPr/>
        </p:nvSpPr>
        <p:spPr>
          <a:xfrm rot="5400000">
            <a:off x="1876013" y="2317189"/>
            <a:ext cx="711454" cy="36004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 sz="2400" i="1" dirty="0"/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193631"/>
            <a:ext cx="2670714" cy="290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34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46344" y="2780171"/>
            <a:ext cx="3979305" cy="86561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da-DK" sz="3200" b="1" i="1" dirty="0"/>
              <a:t>Amplitude og fase</a:t>
            </a:r>
          </a:p>
        </p:txBody>
      </p:sp>
      <p:cxnSp>
        <p:nvCxnSpPr>
          <p:cNvPr id="3" name="Lige pilforbindelse 2"/>
          <p:cNvCxnSpPr/>
          <p:nvPr/>
        </p:nvCxnSpPr>
        <p:spPr>
          <a:xfrm flipH="1">
            <a:off x="4527134" y="4077072"/>
            <a:ext cx="17724" cy="230425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Rektangel 3"/>
          <p:cNvSpPr/>
          <p:nvPr/>
        </p:nvSpPr>
        <p:spPr>
          <a:xfrm>
            <a:off x="4788024" y="5013176"/>
            <a:ext cx="3384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i="1" dirty="0">
                <a:solidFill>
                  <a:srgbClr val="FF0000"/>
                </a:solidFill>
              </a:rPr>
              <a:t>Kompleks overføringsfunktion…</a:t>
            </a:r>
          </a:p>
        </p:txBody>
      </p:sp>
    </p:spTree>
    <p:extLst>
      <p:ext uri="{BB962C8B-B14F-4D97-AF65-F5344CB8AC3E}">
        <p14:creationId xmlns:p14="http://schemas.microsoft.com/office/powerpoint/2010/main" val="90574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 txBox="1">
            <a:spLocks/>
          </p:cNvSpPr>
          <p:nvPr/>
        </p:nvSpPr>
        <p:spPr>
          <a:xfrm>
            <a:off x="467544" y="4509120"/>
            <a:ext cx="8064896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A</a:t>
            </a:r>
            <a:r>
              <a:rPr lang="da-DK" sz="2400" i="1" baseline="-25000" dirty="0"/>
              <a:t>0OL</a:t>
            </a:r>
            <a:r>
              <a:rPr lang="da-DK" sz="2400" i="1" dirty="0"/>
              <a:t> : Åbensløjfe DC forstærkning, dvs. A</a:t>
            </a:r>
            <a:r>
              <a:rPr lang="da-DK" sz="2400" i="1" baseline="-25000" dirty="0"/>
              <a:t>0OL</a:t>
            </a:r>
            <a:r>
              <a:rPr lang="da-DK" sz="2400" i="1" dirty="0"/>
              <a:t> = A</a:t>
            </a:r>
            <a:r>
              <a:rPr lang="da-DK" sz="2400" i="1" baseline="-25000" dirty="0"/>
              <a:t>OL</a:t>
            </a:r>
            <a:r>
              <a:rPr lang="da-DK" sz="2400" i="1" dirty="0"/>
              <a:t>(0)</a:t>
            </a:r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467544" y="5085184"/>
            <a:ext cx="4824536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 err="1"/>
              <a:t>f</a:t>
            </a:r>
            <a:r>
              <a:rPr lang="da-DK" sz="2400" i="1" baseline="-25000" dirty="0" err="1"/>
              <a:t>BOL</a:t>
            </a:r>
            <a:r>
              <a:rPr lang="da-DK" sz="2400" i="1" dirty="0"/>
              <a:t> : Åbensløjfe knækfrekvens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/>
              <p:cNvSpPr txBox="1">
                <a:spLocks/>
              </p:cNvSpPr>
              <p:nvPr/>
            </p:nvSpPr>
            <p:spPr>
              <a:xfrm>
                <a:off x="2519866" y="1894234"/>
                <a:ext cx="2520092" cy="134134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b="0" i="1"/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b="0" i="1" baseline="-25000"/>
                          <m:t>OL</m:t>
                        </m:r>
                      </m:sub>
                    </m:sSub>
                  </m:oMath>
                </a14:m>
                <a:r>
                  <a:rPr lang="da-DK" sz="2400" i="1" dirty="0"/>
                  <a:t>(f)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b="0" i="1" smtClean="0"/>
                          <m:t>A</m:t>
                        </m:r>
                        <m:r>
                          <m:rPr>
                            <m:nor/>
                          </m:rPr>
                          <a:rPr lang="da-DK" sz="2400" b="0" i="1" baseline="-25000" smtClean="0"/>
                          <m:t>0</m:t>
                        </m:r>
                        <m:r>
                          <m:rPr>
                            <m:nor/>
                          </m:rPr>
                          <a:rPr lang="da-DK" sz="2400" b="0" i="1" baseline="-25000" smtClean="0"/>
                          <m:t>OL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b="0" i="1"/>
                          <m:t>1+</m:t>
                        </m:r>
                        <m:r>
                          <m:rPr>
                            <m:nor/>
                          </m:rPr>
                          <a:rPr lang="da-DK" sz="2400" b="0" i="1" smtClean="0"/>
                          <m:t>j</m:t>
                        </m:r>
                        <m:r>
                          <m:rPr>
                            <m:nor/>
                          </m:rPr>
                          <a:rPr lang="da-DK" sz="2400" b="0" i="1" smtClean="0"/>
                          <m:t> </m:t>
                        </m:r>
                        <m:f>
                          <m:fPr>
                            <m:ctrlPr>
                              <a:rPr lang="da-DK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2400" b="0" i="1" smtClean="0"/>
                              <m:t>f</m:t>
                            </m:r>
                          </m:num>
                          <m:den>
                            <m:sSub>
                              <m:sSub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a-DK" sz="2400" b="0" i="1" smtClean="0"/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da-DK" sz="2400" b="0" i="1" baseline="-25000" smtClean="0"/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1" baseline="-25000"/>
                                  <m:t>OL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da-DK" sz="2400" i="1" dirty="0"/>
              </a:p>
            </p:txBody>
          </p:sp>
        </mc:Choice>
        <mc:Fallback xmlns="">
          <p:sp>
            <p:nvSpPr>
              <p:cNvPr id="6" name="Titel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866" y="1894234"/>
                <a:ext cx="2520092" cy="13413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ktangel 7"/>
          <p:cNvSpPr/>
          <p:nvPr/>
        </p:nvSpPr>
        <p:spPr>
          <a:xfrm>
            <a:off x="6372200" y="2334071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400" i="1" dirty="0"/>
              <a:t>(2.24)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0C35E4A-291D-4E88-958B-5F3FC2EAA952}"/>
              </a:ext>
            </a:extLst>
          </p:cNvPr>
          <p:cNvSpPr txBox="1">
            <a:spLocks/>
          </p:cNvSpPr>
          <p:nvPr/>
        </p:nvSpPr>
        <p:spPr>
          <a:xfrm>
            <a:off x="64258" y="58523"/>
            <a:ext cx="4544457" cy="491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Åbensløjfe forstærkningen A</a:t>
            </a:r>
            <a:r>
              <a:rPr lang="da-DK" sz="2800" i="1" baseline="-25000" dirty="0"/>
              <a:t>OL</a:t>
            </a:r>
          </a:p>
        </p:txBody>
      </p:sp>
    </p:spTree>
    <p:extLst>
      <p:ext uri="{BB962C8B-B14F-4D97-AF65-F5344CB8AC3E}">
        <p14:creationId xmlns:p14="http://schemas.microsoft.com/office/powerpoint/2010/main" val="85858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2295525" y="5638800"/>
            <a:ext cx="4470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400" b="1"/>
              <a:t>Figure 2.25 </a:t>
            </a:r>
            <a:r>
              <a:rPr lang="en-US" sz="1400"/>
              <a:t>Bode plot of open-loop gain for a typical op amp.</a:t>
            </a:r>
            <a:endParaRPr lang="en-US"/>
          </a:p>
        </p:txBody>
      </p:sp>
      <p:pic>
        <p:nvPicPr>
          <p:cNvPr id="77829" name="Picture 5" descr="AAAZYQR0.EPS                                                   00056AF1Hard Drive-Seat One            B36702C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513" y="685800"/>
            <a:ext cx="6529387" cy="48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751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2295525" y="5638800"/>
            <a:ext cx="4470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400" b="1"/>
              <a:t>Figure 2.25 </a:t>
            </a:r>
            <a:r>
              <a:rPr lang="en-US" sz="1400"/>
              <a:t>Bode plot of open-loop gain for a typical op amp.</a:t>
            </a:r>
            <a:endParaRPr lang="en-US"/>
          </a:p>
        </p:txBody>
      </p:sp>
      <p:pic>
        <p:nvPicPr>
          <p:cNvPr id="77829" name="Picture 5" descr="AAAZYQR0.EPS                                                   00056AF1Hard Drive-Seat One            B36702C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513" y="685800"/>
            <a:ext cx="6529387" cy="48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ktangel 3"/>
          <p:cNvSpPr/>
          <p:nvPr/>
        </p:nvSpPr>
        <p:spPr>
          <a:xfrm>
            <a:off x="6372200" y="3356992"/>
            <a:ext cx="24482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000" i="1" dirty="0" err="1">
                <a:solidFill>
                  <a:srgbClr val="FF0000"/>
                </a:solidFill>
              </a:rPr>
              <a:t>Unity</a:t>
            </a:r>
            <a:r>
              <a:rPr lang="da-DK" sz="2000" i="1" dirty="0">
                <a:solidFill>
                  <a:srgbClr val="FF0000"/>
                </a:solidFill>
              </a:rPr>
              <a:t> </a:t>
            </a:r>
            <a:r>
              <a:rPr lang="da-DK" sz="2000" i="1" dirty="0" err="1">
                <a:solidFill>
                  <a:srgbClr val="FF0000"/>
                </a:solidFill>
              </a:rPr>
              <a:t>Gain</a:t>
            </a:r>
            <a:r>
              <a:rPr lang="da-DK" sz="2000" i="1" dirty="0">
                <a:solidFill>
                  <a:srgbClr val="FF0000"/>
                </a:solidFill>
              </a:rPr>
              <a:t> </a:t>
            </a:r>
            <a:r>
              <a:rPr lang="da-DK" sz="2000" i="1" dirty="0" err="1">
                <a:solidFill>
                  <a:srgbClr val="FF0000"/>
                </a:solidFill>
              </a:rPr>
              <a:t>Frequency</a:t>
            </a:r>
            <a:endParaRPr lang="da-DK" sz="2000" i="1" dirty="0">
              <a:solidFill>
                <a:srgbClr val="FF0000"/>
              </a:solidFill>
            </a:endParaRPr>
          </a:p>
        </p:txBody>
      </p:sp>
      <p:cxnSp>
        <p:nvCxnSpPr>
          <p:cNvPr id="3" name="Lige pilforbindelse 2"/>
          <p:cNvCxnSpPr/>
          <p:nvPr/>
        </p:nvCxnSpPr>
        <p:spPr>
          <a:xfrm>
            <a:off x="6588224" y="3757102"/>
            <a:ext cx="0" cy="68001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894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2295525" y="5638800"/>
            <a:ext cx="4470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400" b="1"/>
              <a:t>Figure 2.25 </a:t>
            </a:r>
            <a:r>
              <a:rPr lang="en-US" sz="1400"/>
              <a:t>Bode plot of open-loop gain for a typical op amp.</a:t>
            </a:r>
            <a:endParaRPr lang="en-US"/>
          </a:p>
        </p:txBody>
      </p:sp>
      <p:pic>
        <p:nvPicPr>
          <p:cNvPr id="77829" name="Picture 5" descr="AAAZYQR0.EPS                                                   00056AF1Hard Drive-Seat One            B36702C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513" y="685800"/>
            <a:ext cx="6529387" cy="48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ktangel 3"/>
          <p:cNvSpPr/>
          <p:nvPr/>
        </p:nvSpPr>
        <p:spPr>
          <a:xfrm>
            <a:off x="6372200" y="3356992"/>
            <a:ext cx="24482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000" i="1" dirty="0" err="1">
                <a:solidFill>
                  <a:srgbClr val="FF0000"/>
                </a:solidFill>
              </a:rPr>
              <a:t>Unity</a:t>
            </a:r>
            <a:r>
              <a:rPr lang="da-DK" sz="2000" i="1" dirty="0">
                <a:solidFill>
                  <a:srgbClr val="FF0000"/>
                </a:solidFill>
              </a:rPr>
              <a:t> </a:t>
            </a:r>
            <a:r>
              <a:rPr lang="da-DK" sz="2000" i="1" dirty="0" err="1">
                <a:solidFill>
                  <a:srgbClr val="FF0000"/>
                </a:solidFill>
              </a:rPr>
              <a:t>Gain</a:t>
            </a:r>
            <a:r>
              <a:rPr lang="da-DK" sz="2000" i="1" dirty="0">
                <a:solidFill>
                  <a:srgbClr val="FF0000"/>
                </a:solidFill>
              </a:rPr>
              <a:t> </a:t>
            </a:r>
            <a:r>
              <a:rPr lang="da-DK" sz="2000" i="1" dirty="0" err="1">
                <a:solidFill>
                  <a:srgbClr val="FF0000"/>
                </a:solidFill>
              </a:rPr>
              <a:t>Frequency</a:t>
            </a:r>
            <a:endParaRPr lang="da-DK" sz="2000" i="1" dirty="0">
              <a:solidFill>
                <a:srgbClr val="FF0000"/>
              </a:solidFill>
            </a:endParaRPr>
          </a:p>
        </p:txBody>
      </p:sp>
      <p:cxnSp>
        <p:nvCxnSpPr>
          <p:cNvPr id="3" name="Lige pilforbindelse 2"/>
          <p:cNvCxnSpPr/>
          <p:nvPr/>
        </p:nvCxnSpPr>
        <p:spPr>
          <a:xfrm>
            <a:off x="6588224" y="3757102"/>
            <a:ext cx="0" cy="68001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ktangel 5"/>
          <p:cNvSpPr/>
          <p:nvPr/>
        </p:nvSpPr>
        <p:spPr>
          <a:xfrm>
            <a:off x="4211960" y="1316361"/>
            <a:ext cx="8557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000" i="1" dirty="0">
                <a:solidFill>
                  <a:srgbClr val="FF0000"/>
                </a:solidFill>
              </a:rPr>
              <a:t>- 3 dB</a:t>
            </a:r>
          </a:p>
        </p:txBody>
      </p:sp>
      <p:cxnSp>
        <p:nvCxnSpPr>
          <p:cNvPr id="7" name="Lige pilforbindelse 6"/>
          <p:cNvCxnSpPr/>
          <p:nvPr/>
        </p:nvCxnSpPr>
        <p:spPr>
          <a:xfrm flipH="1">
            <a:off x="2975919" y="1513356"/>
            <a:ext cx="129614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Lige forbindelse 4"/>
          <p:cNvCxnSpPr/>
          <p:nvPr/>
        </p:nvCxnSpPr>
        <p:spPr>
          <a:xfrm flipV="1">
            <a:off x="2968776" y="1412776"/>
            <a:ext cx="0" cy="3721467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131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/>
          <p:cNvSpPr/>
          <p:nvPr/>
        </p:nvSpPr>
        <p:spPr>
          <a:xfrm>
            <a:off x="48566" y="44624"/>
            <a:ext cx="2214664" cy="432414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da-DK" sz="2800" i="1" dirty="0"/>
              <a:t>Båndbredde</a:t>
            </a:r>
          </a:p>
        </p:txBody>
      </p:sp>
      <p:sp>
        <p:nvSpPr>
          <p:cNvPr id="6" name="Rektangel 5"/>
          <p:cNvSpPr/>
          <p:nvPr/>
        </p:nvSpPr>
        <p:spPr>
          <a:xfrm>
            <a:off x="251520" y="671371"/>
            <a:ext cx="8640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/>
              <a:t>Med mindre andet er specificeret, menes der altid 3 dB frekvensen, når man snakker om båndbredde:</a:t>
            </a:r>
          </a:p>
        </p:txBody>
      </p:sp>
      <p:pic>
        <p:nvPicPr>
          <p:cNvPr id="7" name="Picture 4" descr="AAAZYOZ0.EPS                                                   0004302BHard Drive-Seat One            B36702C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7" y="2021163"/>
            <a:ext cx="736758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Billede 2"/>
          <p:cNvPicPr>
            <a:picLocks noChangeAspect="1"/>
          </p:cNvPicPr>
          <p:nvPr/>
        </p:nvPicPr>
        <p:blipFill rotWithShape="1">
          <a:blip r:embed="rId3"/>
          <a:srcRect l="11738"/>
          <a:stretch/>
        </p:blipFill>
        <p:spPr>
          <a:xfrm>
            <a:off x="751548" y="5477547"/>
            <a:ext cx="7640903" cy="615749"/>
          </a:xfrm>
          <a:prstGeom prst="rect">
            <a:avLst/>
          </a:prstGeom>
        </p:spPr>
      </p:pic>
      <p:sp>
        <p:nvSpPr>
          <p:cNvPr id="9" name="Rektangel 8"/>
          <p:cNvSpPr/>
          <p:nvPr/>
        </p:nvSpPr>
        <p:spPr>
          <a:xfrm>
            <a:off x="3980357" y="4901483"/>
            <a:ext cx="11832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i="1" dirty="0"/>
              <a:t>Figur 1.39</a:t>
            </a:r>
          </a:p>
        </p:txBody>
      </p:sp>
    </p:spTree>
    <p:extLst>
      <p:ext uri="{BB962C8B-B14F-4D97-AF65-F5344CB8AC3E}">
        <p14:creationId xmlns:p14="http://schemas.microsoft.com/office/powerpoint/2010/main" val="3585462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 txBox="1">
            <a:spLocks/>
          </p:cNvSpPr>
          <p:nvPr/>
        </p:nvSpPr>
        <p:spPr>
          <a:xfrm>
            <a:off x="1171557" y="4077072"/>
            <a:ext cx="563269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Hvordan fås fasekarakteristikken for A</a:t>
            </a:r>
            <a:r>
              <a:rPr lang="da-DK" sz="2400" i="1" baseline="-25000" dirty="0"/>
              <a:t>OL</a:t>
            </a:r>
            <a:r>
              <a:rPr lang="da-DK" sz="2400" i="1" dirty="0"/>
              <a:t>?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858C793-04DF-427B-A906-4A8B82D9B684}"/>
              </a:ext>
            </a:extLst>
          </p:cNvPr>
          <p:cNvSpPr txBox="1">
            <a:spLocks/>
          </p:cNvSpPr>
          <p:nvPr/>
        </p:nvSpPr>
        <p:spPr>
          <a:xfrm>
            <a:off x="64258" y="58523"/>
            <a:ext cx="4544457" cy="491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Åbensløjfe forstærkningen A</a:t>
            </a:r>
            <a:r>
              <a:rPr lang="da-DK" sz="2800" i="1" baseline="-25000" dirty="0"/>
              <a:t>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6D307661-9778-48D7-A610-A0DFFB9464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19866" y="1894234"/>
                <a:ext cx="2520092" cy="134134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b="0" i="1"/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b="0" i="1" baseline="-25000"/>
                          <m:t>OL</m:t>
                        </m:r>
                      </m:sub>
                    </m:sSub>
                  </m:oMath>
                </a14:m>
                <a:r>
                  <a:rPr lang="da-DK" sz="2400" i="1" dirty="0"/>
                  <a:t>(f)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b="0" i="1" smtClean="0"/>
                          <m:t>A</m:t>
                        </m:r>
                        <m:r>
                          <m:rPr>
                            <m:nor/>
                          </m:rPr>
                          <a:rPr lang="da-DK" sz="2400" b="0" i="1" baseline="-25000" smtClean="0"/>
                          <m:t>0</m:t>
                        </m:r>
                        <m:r>
                          <m:rPr>
                            <m:nor/>
                          </m:rPr>
                          <a:rPr lang="da-DK" sz="2400" b="0" i="1" baseline="-25000" smtClean="0"/>
                          <m:t>OL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b="0" i="1"/>
                          <m:t>1+</m:t>
                        </m:r>
                        <m:r>
                          <m:rPr>
                            <m:nor/>
                          </m:rPr>
                          <a:rPr lang="da-DK" sz="2400" b="0" i="1" smtClean="0"/>
                          <m:t>j</m:t>
                        </m:r>
                        <m:r>
                          <m:rPr>
                            <m:nor/>
                          </m:rPr>
                          <a:rPr lang="da-DK" sz="2400" b="0" i="1" smtClean="0"/>
                          <m:t> </m:t>
                        </m:r>
                        <m:f>
                          <m:fPr>
                            <m:ctrlPr>
                              <a:rPr lang="da-DK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2400" b="0" i="1" smtClean="0"/>
                              <m:t>f</m:t>
                            </m:r>
                          </m:num>
                          <m:den>
                            <m:sSub>
                              <m:sSub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a-DK" sz="2400" b="0" i="1" smtClean="0"/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da-DK" sz="2400" b="0" i="1" baseline="-25000" smtClean="0"/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1" baseline="-25000"/>
                                  <m:t>OL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da-DK" sz="2400" i="1" dirty="0"/>
              </a:p>
            </p:txBody>
          </p:sp>
        </mc:Choice>
        <mc:Fallback xmlns="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6D307661-9778-48D7-A610-A0DFFB946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866" y="1894234"/>
                <a:ext cx="2520092" cy="13413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3984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 txBox="1">
            <a:spLocks/>
          </p:cNvSpPr>
          <p:nvPr/>
        </p:nvSpPr>
        <p:spPr>
          <a:xfrm>
            <a:off x="1171556" y="4077072"/>
            <a:ext cx="5951493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Hvordan fås fasekarakteristikken for A</a:t>
            </a:r>
            <a:r>
              <a:rPr lang="da-DK" sz="2400" i="1" baseline="-25000" dirty="0"/>
              <a:t>OL</a:t>
            </a:r>
            <a:r>
              <a:rPr lang="da-DK" sz="2400" i="1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el 1"/>
              <p:cNvSpPr txBox="1">
                <a:spLocks/>
              </p:cNvSpPr>
              <p:nvPr/>
            </p:nvSpPr>
            <p:spPr>
              <a:xfrm>
                <a:off x="3347864" y="5111368"/>
                <a:ext cx="2394705" cy="7200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400" i="1" dirty="0"/>
                  <a:t>f &gt;&gt; </a:t>
                </a:r>
                <a:r>
                  <a:rPr lang="da-DK" sz="2400" i="1" dirty="0" err="1"/>
                  <a:t>f</a:t>
                </a:r>
                <a:r>
                  <a:rPr lang="da-DK" sz="2400" i="1" baseline="-25000" dirty="0" err="1"/>
                  <a:t>BOL</a:t>
                </a:r>
                <a:r>
                  <a:rPr lang="da-DK" sz="2400" i="1" dirty="0"/>
                  <a:t> </a:t>
                </a:r>
                <a14:m>
                  <m:oMath xmlns:m="http://schemas.openxmlformats.org/officeDocument/2006/math">
                    <m:r>
                      <a:rPr lang="da-DK" sz="2400" i="1" smtClean="0"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lang="da-DK" sz="2400" i="1" dirty="0">
                    <a:ea typeface="Cambria Math"/>
                  </a:rPr>
                  <a:t> -90˚</a:t>
                </a:r>
              </a:p>
            </p:txBody>
          </p:sp>
        </mc:Choice>
        <mc:Fallback xmlns="">
          <p:sp>
            <p:nvSpPr>
              <p:cNvPr id="11" name="Titel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5111368"/>
                <a:ext cx="2394705" cy="720080"/>
              </a:xfrm>
              <a:prstGeom prst="rect">
                <a:avLst/>
              </a:prstGeom>
              <a:blipFill>
                <a:blip r:embed="rId2"/>
                <a:stretch>
                  <a:fillRect l="-3817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el 1"/>
          <p:cNvSpPr txBox="1">
            <a:spLocks/>
          </p:cNvSpPr>
          <p:nvPr/>
        </p:nvSpPr>
        <p:spPr>
          <a:xfrm>
            <a:off x="1171556" y="5183376"/>
            <a:ext cx="1904344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Konklusion: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E3B005C6-23CD-40AE-84F8-B1B459474F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19866" y="1894234"/>
                <a:ext cx="2520092" cy="134134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b="0" i="1"/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b="0" i="1" baseline="-25000"/>
                          <m:t>OL</m:t>
                        </m:r>
                      </m:sub>
                    </m:sSub>
                  </m:oMath>
                </a14:m>
                <a:r>
                  <a:rPr lang="da-DK" sz="2400" i="1" dirty="0"/>
                  <a:t>(f)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b="0" i="1" smtClean="0"/>
                          <m:t>A</m:t>
                        </m:r>
                        <m:r>
                          <m:rPr>
                            <m:nor/>
                          </m:rPr>
                          <a:rPr lang="da-DK" sz="2400" b="0" i="1" baseline="-25000" smtClean="0"/>
                          <m:t>0</m:t>
                        </m:r>
                        <m:r>
                          <m:rPr>
                            <m:nor/>
                          </m:rPr>
                          <a:rPr lang="da-DK" sz="2400" b="0" i="1" baseline="-25000" smtClean="0"/>
                          <m:t>OL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b="0" i="1"/>
                          <m:t>1+</m:t>
                        </m:r>
                        <m:r>
                          <m:rPr>
                            <m:nor/>
                          </m:rPr>
                          <a:rPr lang="da-DK" sz="2400" b="0" i="1" smtClean="0"/>
                          <m:t>j</m:t>
                        </m:r>
                        <m:r>
                          <m:rPr>
                            <m:nor/>
                          </m:rPr>
                          <a:rPr lang="da-DK" sz="2400" b="0" i="1" smtClean="0"/>
                          <m:t> </m:t>
                        </m:r>
                        <m:f>
                          <m:fPr>
                            <m:ctrlPr>
                              <a:rPr lang="da-DK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2400" b="0" i="1" smtClean="0"/>
                              <m:t>f</m:t>
                            </m:r>
                          </m:num>
                          <m:den>
                            <m:sSub>
                              <m:sSub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a-DK" sz="2400" b="0" i="1" smtClean="0"/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da-DK" sz="2400" b="0" i="1" baseline="-25000" smtClean="0"/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1" baseline="-25000"/>
                                  <m:t>OL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da-DK" sz="2400" i="1" dirty="0"/>
              </a:p>
            </p:txBody>
          </p:sp>
        </mc:Choice>
        <mc:Fallback xmlns="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E3B005C6-23CD-40AE-84F8-B1B459474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866" y="1894234"/>
                <a:ext cx="2520092" cy="13413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el 1">
            <a:extLst>
              <a:ext uri="{FF2B5EF4-FFF2-40B4-BE49-F238E27FC236}">
                <a16:creationId xmlns:a16="http://schemas.microsoft.com/office/drawing/2014/main" id="{8AFB97BE-0E97-4194-846B-C98177731CE8}"/>
              </a:ext>
            </a:extLst>
          </p:cNvPr>
          <p:cNvSpPr txBox="1">
            <a:spLocks/>
          </p:cNvSpPr>
          <p:nvPr/>
        </p:nvSpPr>
        <p:spPr>
          <a:xfrm>
            <a:off x="64258" y="58523"/>
            <a:ext cx="4544457" cy="491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Åbensløjfe forstærkningen A</a:t>
            </a:r>
            <a:r>
              <a:rPr lang="da-DK" sz="2800" i="1" baseline="-25000" dirty="0"/>
              <a:t>OL</a:t>
            </a:r>
          </a:p>
        </p:txBody>
      </p:sp>
    </p:spTree>
    <p:extLst>
      <p:ext uri="{BB962C8B-B14F-4D97-AF65-F5344CB8AC3E}">
        <p14:creationId xmlns:p14="http://schemas.microsoft.com/office/powerpoint/2010/main" val="1925900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31640" y="1124744"/>
            <a:ext cx="5837177" cy="3199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ktangel 3"/>
          <p:cNvSpPr/>
          <p:nvPr/>
        </p:nvSpPr>
        <p:spPr>
          <a:xfrm>
            <a:off x="47852" y="56980"/>
            <a:ext cx="3987220" cy="439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/>
              <a:t>Figur 8.1: Lavpas RC-filter</a:t>
            </a:r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376188" y="4941168"/>
            <a:ext cx="4195811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Overføringsfunktion?</a:t>
            </a:r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376188" y="5776440"/>
            <a:ext cx="4195811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Amplitudekarakteristik?</a:t>
            </a:r>
          </a:p>
        </p:txBody>
      </p:sp>
    </p:spTree>
    <p:extLst>
      <p:ext uri="{BB962C8B-B14F-4D97-AF65-F5344CB8AC3E}">
        <p14:creationId xmlns:p14="http://schemas.microsoft.com/office/powerpoint/2010/main" val="1990064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/>
          <p:cNvSpPr/>
          <p:nvPr/>
        </p:nvSpPr>
        <p:spPr>
          <a:xfrm>
            <a:off x="35496" y="44624"/>
            <a:ext cx="3672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 err="1"/>
              <a:t>Sp</a:t>
            </a:r>
            <a:r>
              <a:rPr lang="da-DK" sz="2800" i="1" dirty="0"/>
              <a:t>. 3 fra forberedelsen: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ktangel 5"/>
              <p:cNvSpPr/>
              <p:nvPr/>
            </p:nvSpPr>
            <p:spPr>
              <a:xfrm>
                <a:off x="251520" y="704125"/>
                <a:ext cx="8640960" cy="996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a-DK" sz="1700" dirty="0"/>
                  <a:t>Betragt en inverterende forstærker som på figur 2.5. Placer en kondensator C parallelt med R</a:t>
                </a:r>
                <a:r>
                  <a:rPr lang="da-DK" sz="1700" baseline="-25000" dirty="0"/>
                  <a:t>2</a:t>
                </a:r>
                <a:r>
                  <a:rPr lang="da-DK" sz="1700" dirty="0"/>
                  <a:t>.</a:t>
                </a:r>
              </a:p>
              <a:p>
                <a:r>
                  <a:rPr lang="da-DK" sz="1700" dirty="0"/>
                  <a:t>Find overføringsfunktionen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7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70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da-DK" sz="170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 sz="17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a-DK" sz="17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a-DK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 sz="17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a-DK" sz="1700">
                                <a:latin typeface="Cambria Math" panose="02040503050406030204" pitchFamily="18" charset="0"/>
                              </a:rPr>
                              <m:t>in</m:t>
                            </m:r>
                          </m:sub>
                        </m:sSub>
                      </m:den>
                    </m:f>
                  </m:oMath>
                </a14:m>
                <a:r>
                  <a:rPr lang="da-DK" sz="1700" dirty="0"/>
                  <a:t> og skitser Bode Plot for denne, når operationsforstærkeren kan regnes for ideel.</a:t>
                </a:r>
              </a:p>
            </p:txBody>
          </p:sp>
        </mc:Choice>
        <mc:Fallback xmlns="">
          <p:sp>
            <p:nvSpPr>
              <p:cNvPr id="6" name="Rektange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704125"/>
                <a:ext cx="8640960" cy="996683"/>
              </a:xfrm>
              <a:prstGeom prst="rect">
                <a:avLst/>
              </a:prstGeom>
              <a:blipFill>
                <a:blip r:embed="rId2"/>
                <a:stretch>
                  <a:fillRect l="-423" t="-2454" r="-564" b="-7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Billede 7">
            <a:extLst>
              <a:ext uri="{FF2B5EF4-FFF2-40B4-BE49-F238E27FC236}">
                <a16:creationId xmlns:a16="http://schemas.microsoft.com/office/drawing/2014/main" id="{85C59B1D-2409-463D-A77E-B5DFC5AB24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19" y="1886200"/>
            <a:ext cx="7166373" cy="463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220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35496" y="44624"/>
            <a:ext cx="3672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 err="1"/>
              <a:t>Sp</a:t>
            </a:r>
            <a:r>
              <a:rPr lang="da-DK" sz="2800" i="1" dirty="0"/>
              <a:t>. 3 fra forberedelsen:</a:t>
            </a:r>
          </a:p>
        </p:txBody>
      </p:sp>
      <p:grpSp>
        <p:nvGrpSpPr>
          <p:cNvPr id="5" name="Gruppe 4"/>
          <p:cNvGrpSpPr/>
          <p:nvPr/>
        </p:nvGrpSpPr>
        <p:grpSpPr>
          <a:xfrm>
            <a:off x="934019" y="1460072"/>
            <a:ext cx="7166373" cy="5065272"/>
            <a:chOff x="934019" y="1316056"/>
            <a:chExt cx="7166373" cy="5065272"/>
          </a:xfrm>
        </p:grpSpPr>
        <p:pic>
          <p:nvPicPr>
            <p:cNvPr id="2" name="Billede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4019" y="1742184"/>
              <a:ext cx="7166373" cy="4639144"/>
            </a:xfrm>
            <a:prstGeom prst="rect">
              <a:avLst/>
            </a:prstGeom>
          </p:spPr>
        </p:pic>
        <p:sp>
          <p:nvSpPr>
            <p:cNvPr id="6" name="Rektangel 5"/>
            <p:cNvSpPr/>
            <p:nvPr/>
          </p:nvSpPr>
          <p:spPr>
            <a:xfrm>
              <a:off x="3635896" y="1771962"/>
              <a:ext cx="2736304" cy="2130462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" name="Titel 1"/>
            <p:cNvSpPr txBox="1">
              <a:spLocks/>
            </p:cNvSpPr>
            <p:nvPr/>
          </p:nvSpPr>
          <p:spPr>
            <a:xfrm>
              <a:off x="4962930" y="1316056"/>
              <a:ext cx="504056" cy="606696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400" i="1" dirty="0">
                  <a:latin typeface="+mn-lt"/>
                </a:rPr>
                <a:t>Z</a:t>
              </a:r>
              <a:r>
                <a:rPr lang="da-DK" sz="2400" i="1" baseline="-25000" dirty="0">
                  <a:latin typeface="+mn-lt"/>
                </a:rPr>
                <a:t>f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ktangel 7"/>
              <p:cNvSpPr/>
              <p:nvPr/>
            </p:nvSpPr>
            <p:spPr>
              <a:xfrm>
                <a:off x="251520" y="704125"/>
                <a:ext cx="8640960" cy="996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a-DK" sz="1700" dirty="0"/>
                  <a:t>Betragt en inverterende forstærker som på figur 2.5. Placer en kondensator C parallelt med R</a:t>
                </a:r>
                <a:r>
                  <a:rPr lang="da-DK" sz="1700" baseline="-25000" dirty="0"/>
                  <a:t>2</a:t>
                </a:r>
                <a:r>
                  <a:rPr lang="da-DK" sz="1700" dirty="0"/>
                  <a:t>.</a:t>
                </a:r>
              </a:p>
              <a:p>
                <a:r>
                  <a:rPr lang="da-DK" sz="1700" dirty="0"/>
                  <a:t>Find overføringsfunktionen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7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70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da-DK" sz="170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 sz="17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a-DK" sz="17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a-DK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 sz="17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a-DK" sz="1700">
                                <a:latin typeface="Cambria Math" panose="02040503050406030204" pitchFamily="18" charset="0"/>
                              </a:rPr>
                              <m:t>in</m:t>
                            </m:r>
                          </m:sub>
                        </m:sSub>
                      </m:den>
                    </m:f>
                  </m:oMath>
                </a14:m>
                <a:r>
                  <a:rPr lang="da-DK" sz="1700" dirty="0"/>
                  <a:t> og skitser Bode Plot for denne, når operationsforstærkeren kan regnes for ideel.</a:t>
                </a:r>
              </a:p>
            </p:txBody>
          </p:sp>
        </mc:Choice>
        <mc:Fallback xmlns="">
          <p:sp>
            <p:nvSpPr>
              <p:cNvPr id="8" name="Rektange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704125"/>
                <a:ext cx="8640960" cy="996683"/>
              </a:xfrm>
              <a:prstGeom prst="rect">
                <a:avLst/>
              </a:prstGeom>
              <a:blipFill>
                <a:blip r:embed="rId3"/>
                <a:stretch>
                  <a:fillRect l="-423" t="-2454" r="-564" b="-7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Lige pilforbindelse 3">
            <a:extLst>
              <a:ext uri="{FF2B5EF4-FFF2-40B4-BE49-F238E27FC236}">
                <a16:creationId xmlns:a16="http://schemas.microsoft.com/office/drawing/2014/main" id="{9F6C3658-9B80-BF25-F536-B6821DE507C9}"/>
              </a:ext>
            </a:extLst>
          </p:cNvPr>
          <p:cNvCxnSpPr>
            <a:cxnSpLocks/>
          </p:cNvCxnSpPr>
          <p:nvPr/>
        </p:nvCxnSpPr>
        <p:spPr>
          <a:xfrm>
            <a:off x="2600564" y="2573615"/>
            <a:ext cx="802448" cy="95962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ektangel 8">
            <a:extLst>
              <a:ext uri="{FF2B5EF4-FFF2-40B4-BE49-F238E27FC236}">
                <a16:creationId xmlns:a16="http://schemas.microsoft.com/office/drawing/2014/main" id="{1C824644-BA3C-F77C-5E07-87AFE909525C}"/>
              </a:ext>
            </a:extLst>
          </p:cNvPr>
          <p:cNvSpPr/>
          <p:nvPr/>
        </p:nvSpPr>
        <p:spPr>
          <a:xfrm>
            <a:off x="395536" y="1988840"/>
            <a:ext cx="214338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400" i="1" dirty="0">
                <a:solidFill>
                  <a:srgbClr val="FF0000"/>
                </a:solidFill>
              </a:rPr>
              <a:t>Tip:</a:t>
            </a:r>
          </a:p>
          <a:p>
            <a:r>
              <a:rPr lang="da-DK" sz="1400" i="1" dirty="0">
                <a:solidFill>
                  <a:srgbClr val="FF0000"/>
                </a:solidFill>
              </a:rPr>
              <a:t>Betragt parallelforbindelse</a:t>
            </a:r>
            <a:br>
              <a:rPr lang="da-DK" sz="1400" i="1" dirty="0">
                <a:solidFill>
                  <a:srgbClr val="FF0000"/>
                </a:solidFill>
              </a:rPr>
            </a:br>
            <a:r>
              <a:rPr lang="da-DK" sz="1400" i="1" dirty="0">
                <a:solidFill>
                  <a:srgbClr val="FF0000"/>
                </a:solidFill>
              </a:rPr>
              <a:t>af R</a:t>
            </a:r>
            <a:r>
              <a:rPr lang="da-DK" sz="1400" i="1" baseline="-25000" dirty="0">
                <a:solidFill>
                  <a:srgbClr val="FF0000"/>
                </a:solidFill>
              </a:rPr>
              <a:t>2</a:t>
            </a:r>
            <a:r>
              <a:rPr lang="da-DK" sz="1400" i="1" dirty="0">
                <a:solidFill>
                  <a:srgbClr val="FF0000"/>
                </a:solidFill>
              </a:rPr>
              <a:t> og C som én samlet impedans i en inverterende kobling.</a:t>
            </a:r>
          </a:p>
        </p:txBody>
      </p:sp>
    </p:spTree>
    <p:extLst>
      <p:ext uri="{BB962C8B-B14F-4D97-AF65-F5344CB8AC3E}">
        <p14:creationId xmlns:p14="http://schemas.microsoft.com/office/powerpoint/2010/main" val="3496486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3456" y="245536"/>
            <a:ext cx="6561329" cy="5127679"/>
          </a:xfrm>
          <a:prstGeom prst="rect">
            <a:avLst/>
          </a:prstGeom>
        </p:spPr>
      </p:pic>
      <p:sp>
        <p:nvSpPr>
          <p:cNvPr id="3" name="Ellipse 2"/>
          <p:cNvSpPr/>
          <p:nvPr/>
        </p:nvSpPr>
        <p:spPr>
          <a:xfrm>
            <a:off x="4677632" y="1622779"/>
            <a:ext cx="593253" cy="599199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3DC940AB-FBDE-47D2-BFB0-C4EDA4CDB236}"/>
              </a:ext>
            </a:extLst>
          </p:cNvPr>
          <p:cNvSpPr txBox="1">
            <a:spLocks/>
          </p:cNvSpPr>
          <p:nvPr/>
        </p:nvSpPr>
        <p:spPr>
          <a:xfrm>
            <a:off x="3059832" y="5805264"/>
            <a:ext cx="3024336" cy="491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/>
              <a:t>Diagram over µA741</a:t>
            </a:r>
          </a:p>
        </p:txBody>
      </p:sp>
    </p:spTree>
    <p:extLst>
      <p:ext uri="{BB962C8B-B14F-4D97-AF65-F5344CB8AC3E}">
        <p14:creationId xmlns:p14="http://schemas.microsoft.com/office/powerpoint/2010/main" val="458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09541" y="1389165"/>
            <a:ext cx="1345606" cy="959715"/>
          </a:xfrm>
        </p:spPr>
        <p:txBody>
          <a:bodyPr>
            <a:noAutofit/>
          </a:bodyPr>
          <a:lstStyle/>
          <a:p>
            <a:r>
              <a:rPr lang="da-DK" sz="7200" b="1" i="1" dirty="0"/>
              <a:t>C6</a:t>
            </a:r>
          </a:p>
        </p:txBody>
      </p:sp>
      <p:sp>
        <p:nvSpPr>
          <p:cNvPr id="3" name="Titel 1"/>
          <p:cNvSpPr txBox="1">
            <a:spLocks/>
          </p:cNvSpPr>
          <p:nvPr/>
        </p:nvSpPr>
        <p:spPr>
          <a:xfrm>
            <a:off x="1696183" y="4725522"/>
            <a:ext cx="3943050" cy="872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4000" b="1" i="1" dirty="0"/>
              <a:t>Pause bagefter!</a:t>
            </a:r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077" y="3501008"/>
            <a:ext cx="2061009" cy="303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84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544" y="27676"/>
            <a:ext cx="7776864" cy="523694"/>
          </a:xfrm>
        </p:spPr>
        <p:txBody>
          <a:bodyPr>
            <a:normAutofit/>
          </a:bodyPr>
          <a:lstStyle/>
          <a:p>
            <a:pPr algn="l"/>
            <a:r>
              <a:rPr lang="da-DK" sz="2800" i="1" dirty="0"/>
              <a:t>Frekvensforhold for </a:t>
            </a:r>
            <a:r>
              <a:rPr lang="da-DK" sz="2800" b="1" i="1" dirty="0" err="1"/>
              <a:t>lukketsløjfeforstærkningen</a:t>
            </a:r>
            <a:r>
              <a:rPr lang="da-DK" sz="2800" i="1" dirty="0"/>
              <a:t> A</a:t>
            </a:r>
            <a:r>
              <a:rPr lang="da-DK" sz="2800" i="1" baseline="-25000" dirty="0"/>
              <a:t>CL</a:t>
            </a:r>
          </a:p>
        </p:txBody>
      </p:sp>
      <p:sp>
        <p:nvSpPr>
          <p:cNvPr id="12" name="Titel 1"/>
          <p:cNvSpPr txBox="1">
            <a:spLocks/>
          </p:cNvSpPr>
          <p:nvPr/>
        </p:nvSpPr>
        <p:spPr>
          <a:xfrm>
            <a:off x="648708" y="1412775"/>
            <a:ext cx="7667708" cy="57606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Hvordan afspejler frekvensafhængigheden i A</a:t>
            </a:r>
            <a:r>
              <a:rPr lang="da-DK" sz="2400" i="1" baseline="-25000" dirty="0"/>
              <a:t>OL</a:t>
            </a:r>
            <a:r>
              <a:rPr lang="da-DK" sz="2400" i="1" dirty="0"/>
              <a:t> sig i A</a:t>
            </a:r>
            <a:r>
              <a:rPr lang="da-DK" sz="2400" i="1" baseline="-25000" dirty="0"/>
              <a:t>CL</a:t>
            </a:r>
            <a:r>
              <a:rPr lang="da-DK" sz="2400" i="1" dirty="0"/>
              <a:t>?</a:t>
            </a:r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648708" y="2204863"/>
            <a:ext cx="7667708" cy="57606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Hvordan finder man 3dB-båndbredden (</a:t>
            </a:r>
            <a:r>
              <a:rPr lang="da-DK" sz="2400" i="1" dirty="0" err="1"/>
              <a:t>f</a:t>
            </a:r>
            <a:r>
              <a:rPr lang="da-DK" sz="2400" i="1" baseline="-25000" dirty="0" err="1"/>
              <a:t>BCL</a:t>
            </a:r>
            <a:r>
              <a:rPr lang="da-DK" sz="2400" i="1" dirty="0"/>
              <a:t>) for A</a:t>
            </a:r>
            <a:r>
              <a:rPr lang="da-DK" sz="2400" i="1" baseline="-25000" dirty="0"/>
              <a:t>CL</a:t>
            </a:r>
            <a:r>
              <a:rPr lang="da-DK" sz="2400" i="1" dirty="0"/>
              <a:t>?</a:t>
            </a:r>
          </a:p>
        </p:txBody>
      </p:sp>
      <p:grpSp>
        <p:nvGrpSpPr>
          <p:cNvPr id="9" name="Gruppe 8">
            <a:extLst>
              <a:ext uri="{FF2B5EF4-FFF2-40B4-BE49-F238E27FC236}">
                <a16:creationId xmlns:a16="http://schemas.microsoft.com/office/drawing/2014/main" id="{CEF8563C-3C33-49B1-EB27-812448974D54}"/>
              </a:ext>
            </a:extLst>
          </p:cNvPr>
          <p:cNvGrpSpPr/>
          <p:nvPr/>
        </p:nvGrpSpPr>
        <p:grpSpPr>
          <a:xfrm>
            <a:off x="1602242" y="3356992"/>
            <a:ext cx="5778070" cy="2020096"/>
            <a:chOff x="1619672" y="3980187"/>
            <a:chExt cx="5778070" cy="2020096"/>
          </a:xfrm>
        </p:grpSpPr>
        <p:sp>
          <p:nvSpPr>
            <p:cNvPr id="3" name="Titel 1">
              <a:extLst>
                <a:ext uri="{FF2B5EF4-FFF2-40B4-BE49-F238E27FC236}">
                  <a16:creationId xmlns:a16="http://schemas.microsoft.com/office/drawing/2014/main" id="{F66D7E90-E1B4-F6AD-F5BC-4C2E9BACCE24}"/>
                </a:ext>
              </a:extLst>
            </p:cNvPr>
            <p:cNvSpPr txBox="1">
              <a:spLocks/>
            </p:cNvSpPr>
            <p:nvPr/>
          </p:nvSpPr>
          <p:spPr>
            <a:xfrm>
              <a:off x="1619673" y="4319408"/>
              <a:ext cx="2952328" cy="4985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1001">
              <a:schemeClr val="lt2"/>
            </a:fillRef>
            <a:effectRef idx="0">
              <a:scrgbClr r="0" g="0" b="0"/>
            </a:effectRef>
            <a:fontRef idx="major"/>
          </p:style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400" b="1" i="1" dirty="0"/>
                <a:t>K</a:t>
              </a:r>
              <a:r>
                <a:rPr lang="da-DK" sz="2400" b="1" i="1" baseline="-25000" dirty="0"/>
                <a:t>f</a:t>
              </a:r>
              <a:r>
                <a:rPr lang="da-DK" sz="2400" i="1" dirty="0"/>
                <a:t> frekvensafhængig:</a:t>
              </a:r>
            </a:p>
          </p:txBody>
        </p:sp>
        <p:sp>
          <p:nvSpPr>
            <p:cNvPr id="4" name="Titel 1">
              <a:extLst>
                <a:ext uri="{FF2B5EF4-FFF2-40B4-BE49-F238E27FC236}">
                  <a16:creationId xmlns:a16="http://schemas.microsoft.com/office/drawing/2014/main" id="{FA0057BF-94CC-C400-85FE-CD00469B85FF}"/>
                </a:ext>
              </a:extLst>
            </p:cNvPr>
            <p:cNvSpPr txBox="1">
              <a:spLocks/>
            </p:cNvSpPr>
            <p:nvPr/>
          </p:nvSpPr>
          <p:spPr>
            <a:xfrm>
              <a:off x="1619672" y="5311212"/>
              <a:ext cx="3096344" cy="5912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1001">
              <a:schemeClr val="lt2"/>
            </a:fillRef>
            <a:effectRef idx="0">
              <a:scrgbClr r="0" g="0" b="0"/>
            </a:effectRef>
            <a:fontRef idx="major"/>
          </p:style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400" b="1" i="1" dirty="0"/>
                <a:t>A</a:t>
              </a:r>
              <a:r>
                <a:rPr lang="da-DK" sz="2400" b="1" i="1" baseline="-25000" dirty="0"/>
                <a:t>CL</a:t>
              </a:r>
              <a:r>
                <a:rPr lang="da-DK" sz="2400" i="1" dirty="0"/>
                <a:t> frekvensafhængig: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itel 1">
                  <a:extLst>
                    <a:ext uri="{FF2B5EF4-FFF2-40B4-BE49-F238E27FC236}">
                      <a16:creationId xmlns:a16="http://schemas.microsoft.com/office/drawing/2014/main" id="{42A46FA8-A457-5CEC-E74F-5A0A362BB0F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931784" y="5213364"/>
                  <a:ext cx="1524655" cy="786919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1001">
                  <a:schemeClr val="lt2"/>
                </a:fillRef>
                <a:effectRef idx="0">
                  <a:scrgbClr r="0" g="0" b="0"/>
                </a:effectRef>
                <a:fontRef idx="major"/>
              </p:style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i="1">
                              <a:latin typeface="Calibri" panose="020F0502020204030204" pitchFamily="34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i="1" baseline="-25000">
                              <a:latin typeface="Calibri" panose="020F0502020204030204" pitchFamily="34" charset="0"/>
                            </a:rPr>
                            <m:t>CL</m:t>
                          </m:r>
                        </m:sub>
                      </m:sSub>
                    </m:oMath>
                  </a14:m>
                  <a:r>
                    <a:rPr lang="da-DK" sz="2400" i="1" dirty="0">
                      <a:latin typeface="Calibri" panose="020F0502020204030204" pitchFamily="34" charset="0"/>
                    </a:rPr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i="1">
                              <a:latin typeface="Calibri" panose="020F0502020204030204" pitchFamily="34" charset="0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i="1">
                          <a:latin typeface="Calibri" panose="020F0502020204030204" pitchFamily="34" charset="0"/>
                        </a:rPr>
                        <m:t> ∙ 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i="1">
                              <a:latin typeface="Calibri" panose="020F0502020204030204" pitchFamily="34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i="1" baseline="-25000">
                              <a:latin typeface="Calibri" panose="020F0502020204030204" pitchFamily="34" charset="0"/>
                            </a:rPr>
                            <m:t>f</m:t>
                          </m:r>
                        </m:sub>
                      </m:sSub>
                    </m:oMath>
                  </a14:m>
                  <a:endParaRPr lang="da-DK" sz="2400" i="1" dirty="0">
                    <a:latin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" name="Titel 1">
                  <a:extLst>
                    <a:ext uri="{FF2B5EF4-FFF2-40B4-BE49-F238E27FC236}">
                      <a16:creationId xmlns:a16="http://schemas.microsoft.com/office/drawing/2014/main" id="{42A46FA8-A457-5CEC-E74F-5A0A362BB0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1784" y="5213364"/>
                  <a:ext cx="1524655" cy="78691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Højrepil 7">
              <a:extLst>
                <a:ext uri="{FF2B5EF4-FFF2-40B4-BE49-F238E27FC236}">
                  <a16:creationId xmlns:a16="http://schemas.microsoft.com/office/drawing/2014/main" id="{0065D11D-FAF5-A60E-2079-F6642266A19C}"/>
                </a:ext>
              </a:extLst>
            </p:cNvPr>
            <p:cNvSpPr/>
            <p:nvPr/>
          </p:nvSpPr>
          <p:spPr>
            <a:xfrm>
              <a:off x="6977963" y="4347572"/>
              <a:ext cx="419779" cy="175707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001">
              <a:schemeClr val="lt2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a-DK" sz="2400" i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itel 1">
                  <a:extLst>
                    <a:ext uri="{FF2B5EF4-FFF2-40B4-BE49-F238E27FC236}">
                      <a16:creationId xmlns:a16="http://schemas.microsoft.com/office/drawing/2014/main" id="{ECDA49C8-AFC7-7DB6-E821-2B60E2DAFD0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931784" y="3980187"/>
                  <a:ext cx="2016480" cy="117700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1001">
                  <a:schemeClr val="lt2"/>
                </a:fillRef>
                <a:effectRef idx="0">
                  <a:scrgbClr r="0" g="0" b="0"/>
                </a:effectRef>
                <a:fontRef idx="major"/>
              </p:style>
              <p:txBody>
                <a:bodyPr vert="horz" lIns="91440" tIns="45720" rIns="91440" bIns="45720" rtlCol="0" anchor="ctr">
                  <a:no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i="1">
                              <a:latin typeface="Calibri" panose="020F0502020204030204" pitchFamily="34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i="1" baseline="-25000">
                              <a:latin typeface="Calibri" panose="020F0502020204030204" pitchFamily="34" charset="0"/>
                            </a:rPr>
                            <m:t>f</m:t>
                          </m:r>
                        </m:sub>
                      </m:sSub>
                      <m:r>
                        <m:rPr>
                          <m:nor/>
                        </m:rPr>
                        <a:rPr lang="da-DK" sz="2400" i="1">
                          <a:latin typeface="Calibri" panose="020F0502020204030204" pitchFamily="34" charset="0"/>
                        </a:rPr>
                        <m:t> </m:t>
                      </m:r>
                    </m:oMath>
                  </a14:m>
                  <a:r>
                    <a:rPr lang="da-DK" sz="2400" i="1" dirty="0">
                      <a:latin typeface="Calibri" panose="020F0502020204030204" pitchFamily="34" charset="0"/>
                    </a:rPr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i="1">
                              <a:latin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i="1">
                              <a:latin typeface="Calibri" panose="020F0502020204030204" pitchFamily="34" charset="0"/>
                            </a:rPr>
                            <m:t>1+ </m:t>
                          </m:r>
                          <m:f>
                            <m:f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da-DK" sz="2400" i="1">
                                  <a:latin typeface="Calibri" panose="020F050202020403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da-DK" sz="2400" i="1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β</m:t>
                              </m:r>
                              <m:r>
                                <m:rPr>
                                  <m:nor/>
                                </m:rPr>
                                <a:rPr lang="da-DK" sz="2400" i="1">
                                  <a:latin typeface="Calibri" panose="020F0502020204030204" pitchFamily="34" charset="0"/>
                                </a:rPr>
                                <m:t> ∙ </m:t>
                              </m:r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a-DK" sz="2400" i="1">
                                      <a:latin typeface="Calibri" panose="020F0502020204030204" pitchFamily="34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a-DK" sz="2400" i="1" baseline="-25000">
                                      <a:latin typeface="Calibri" panose="020F0502020204030204" pitchFamily="34" charset="0"/>
                                    </a:rPr>
                                    <m:t>OL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a14:m>
                  <a:endParaRPr lang="da-DK" sz="2400" i="1" dirty="0">
                    <a:latin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8" name="Titel 1">
                  <a:extLst>
                    <a:ext uri="{FF2B5EF4-FFF2-40B4-BE49-F238E27FC236}">
                      <a16:creationId xmlns:a16="http://schemas.microsoft.com/office/drawing/2014/main" id="{ECDA49C8-AFC7-7DB6-E821-2B60E2DAFD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1784" y="3980187"/>
                  <a:ext cx="2016480" cy="117700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54614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ktangel 19"/>
          <p:cNvSpPr/>
          <p:nvPr/>
        </p:nvSpPr>
        <p:spPr>
          <a:xfrm>
            <a:off x="35496" y="44624"/>
            <a:ext cx="83529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/>
              <a:t>Generel overføringsfunktion for modkoblet forstærker:</a:t>
            </a:r>
          </a:p>
        </p:txBody>
      </p:sp>
      <p:grpSp>
        <p:nvGrpSpPr>
          <p:cNvPr id="4" name="Gruppe 3">
            <a:extLst>
              <a:ext uri="{FF2B5EF4-FFF2-40B4-BE49-F238E27FC236}">
                <a16:creationId xmlns:a16="http://schemas.microsoft.com/office/drawing/2014/main" id="{964D2486-7CA3-43DC-A708-41967E30F129}"/>
              </a:ext>
            </a:extLst>
          </p:cNvPr>
          <p:cNvGrpSpPr/>
          <p:nvPr/>
        </p:nvGrpSpPr>
        <p:grpSpPr>
          <a:xfrm>
            <a:off x="2142487" y="1628800"/>
            <a:ext cx="4715010" cy="1241542"/>
            <a:chOff x="2142487" y="1911649"/>
            <a:chExt cx="4715010" cy="1241542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2B0C6202-4C1C-4A2A-A9F3-358E26ED5C44}"/>
                </a:ext>
              </a:extLst>
            </p:cNvPr>
            <p:cNvSpPr/>
            <p:nvPr/>
          </p:nvSpPr>
          <p:spPr>
            <a:xfrm>
              <a:off x="4499992" y="2607267"/>
              <a:ext cx="1073071" cy="545924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itel 1">
                  <a:extLst>
                    <a:ext uri="{FF2B5EF4-FFF2-40B4-BE49-F238E27FC236}">
                      <a16:creationId xmlns:a16="http://schemas.microsoft.com/office/drawing/2014/main" id="{CB867C97-1834-436B-ABAD-BAD31B98592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CL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a-DK" sz="2400" b="0" i="1" smtClean="0">
                          <a:latin typeface="+mn-lt"/>
                        </a:rPr>
                        <m:t>=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 smtClean="0">
                              <a:latin typeface="+mn-lt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2400" b="0" i="1" baseline="-25000" smtClean="0">
                              <a:latin typeface="+mn-lt"/>
                            </a:rPr>
                            <m:t>o</m:t>
                          </m:r>
                        </m:num>
                        <m:den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a-DK" sz="2400" b="0" i="1"/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a-DK" sz="2400" b="0" i="1" baseline="-25000"/>
                                <m:t>in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1+ </m:t>
                          </m:r>
                          <m:f>
                            <m:f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β</m:t>
                              </m:r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 ∙ </m:t>
                              </m:r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a-DK" sz="2400" b="0" i="1">
                                      <a:latin typeface="+mn-lt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a-DK" sz="2400" b="0" i="1" baseline="-25000">
                                      <a:latin typeface="+mn-lt"/>
                                    </a:rPr>
                                    <m:t>OL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f</m:t>
                          </m:r>
                        </m:sub>
                      </m:sSub>
                    </m:oMath>
                  </a14:m>
                  <a:endParaRPr lang="da-DK" sz="24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" name="Titel 1">
                  <a:extLst>
                    <a:ext uri="{FF2B5EF4-FFF2-40B4-BE49-F238E27FC236}">
                      <a16:creationId xmlns:a16="http://schemas.microsoft.com/office/drawing/2014/main" id="{CB867C97-1834-436B-ABAD-BAD31B9859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081039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pilforbindelse 5"/>
          <p:cNvCxnSpPr>
            <a:cxnSpLocks/>
          </p:cNvCxnSpPr>
          <p:nvPr/>
        </p:nvCxnSpPr>
        <p:spPr>
          <a:xfrm flipV="1">
            <a:off x="3563888" y="2924946"/>
            <a:ext cx="1080120" cy="12241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ktangel 7"/>
          <p:cNvSpPr/>
          <p:nvPr/>
        </p:nvSpPr>
        <p:spPr>
          <a:xfrm>
            <a:off x="395536" y="4149080"/>
            <a:ext cx="70567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/>
              <a:t>Sløjfeforstærkningen </a:t>
            </a:r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β∙</a:t>
            </a:r>
            <a:r>
              <a:rPr lang="da-DK" sz="2400" i="1" dirty="0"/>
              <a:t>A</a:t>
            </a:r>
            <a:r>
              <a:rPr lang="da-DK" sz="2400" i="1" baseline="-25000" dirty="0"/>
              <a:t>OL</a:t>
            </a:r>
            <a:r>
              <a:rPr lang="da-DK" sz="2400" i="1" dirty="0"/>
              <a:t> er bestemmende for </a:t>
            </a:r>
            <a:r>
              <a:rPr lang="da-DK" sz="2400" i="1" dirty="0" err="1"/>
              <a:t>K</a:t>
            </a:r>
            <a:r>
              <a:rPr lang="da-DK" sz="2400" i="1" baseline="-25000" dirty="0" err="1"/>
              <a:t>f</a:t>
            </a:r>
            <a:endParaRPr lang="da-DK" sz="2400" i="1" baseline="-25000" dirty="0"/>
          </a:p>
        </p:txBody>
      </p:sp>
      <p:sp>
        <p:nvSpPr>
          <p:cNvPr id="20" name="Rektangel 19"/>
          <p:cNvSpPr/>
          <p:nvPr/>
        </p:nvSpPr>
        <p:spPr>
          <a:xfrm>
            <a:off x="35496" y="44624"/>
            <a:ext cx="83529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/>
              <a:t>Generel overføringsfunktion for modkoblet forstærker:</a:t>
            </a:r>
          </a:p>
        </p:txBody>
      </p:sp>
      <p:pic>
        <p:nvPicPr>
          <p:cNvPr id="25" name="Billede 24">
            <a:extLst>
              <a:ext uri="{FF2B5EF4-FFF2-40B4-BE49-F238E27FC236}">
                <a16:creationId xmlns:a16="http://schemas.microsoft.com/office/drawing/2014/main" id="{CEDDFCA5-076D-4103-9B7B-17086E454EC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9" t="13101" r="4907" b="12997"/>
          <a:stretch/>
        </p:blipFill>
        <p:spPr>
          <a:xfrm>
            <a:off x="4103948" y="4980171"/>
            <a:ext cx="4680520" cy="1656184"/>
          </a:xfrm>
          <a:prstGeom prst="rect">
            <a:avLst/>
          </a:prstGeom>
        </p:spPr>
      </p:pic>
      <p:grpSp>
        <p:nvGrpSpPr>
          <p:cNvPr id="9" name="Gruppe 8">
            <a:extLst>
              <a:ext uri="{FF2B5EF4-FFF2-40B4-BE49-F238E27FC236}">
                <a16:creationId xmlns:a16="http://schemas.microsoft.com/office/drawing/2014/main" id="{223351D6-D2CC-4342-923D-E57CEBD16A5B}"/>
              </a:ext>
            </a:extLst>
          </p:cNvPr>
          <p:cNvGrpSpPr/>
          <p:nvPr/>
        </p:nvGrpSpPr>
        <p:grpSpPr>
          <a:xfrm>
            <a:off x="2142487" y="1628800"/>
            <a:ext cx="4715010" cy="1241542"/>
            <a:chOff x="2142487" y="1911649"/>
            <a:chExt cx="4715010" cy="1241542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44514E39-737A-42EF-A5D3-44082937E87B}"/>
                </a:ext>
              </a:extLst>
            </p:cNvPr>
            <p:cNvSpPr/>
            <p:nvPr/>
          </p:nvSpPr>
          <p:spPr>
            <a:xfrm>
              <a:off x="4499992" y="2607267"/>
              <a:ext cx="1073071" cy="545924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itel 1">
                  <a:extLst>
                    <a:ext uri="{FF2B5EF4-FFF2-40B4-BE49-F238E27FC236}">
                      <a16:creationId xmlns:a16="http://schemas.microsoft.com/office/drawing/2014/main" id="{82B4470C-C02E-4955-8329-7FA303151CB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CL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a-DK" sz="2400" b="0" i="1" smtClean="0">
                          <a:latin typeface="+mn-lt"/>
                        </a:rPr>
                        <m:t>=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 smtClean="0">
                              <a:latin typeface="+mn-lt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2400" b="0" i="1" baseline="-25000" smtClean="0">
                              <a:latin typeface="+mn-lt"/>
                            </a:rPr>
                            <m:t>o</m:t>
                          </m:r>
                        </m:num>
                        <m:den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a-DK" sz="2400" b="0" i="1"/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a-DK" sz="2400" b="0" i="1" baseline="-25000"/>
                                <m:t>in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1+ </m:t>
                          </m:r>
                          <m:f>
                            <m:f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β</m:t>
                              </m:r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 ∙ </m:t>
                              </m:r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a-DK" sz="2400" b="0" i="1">
                                      <a:latin typeface="+mn-lt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a-DK" sz="2400" b="0" i="1" baseline="-25000">
                                      <a:latin typeface="+mn-lt"/>
                                    </a:rPr>
                                    <m:t>OL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f</m:t>
                          </m:r>
                        </m:sub>
                      </m:sSub>
                    </m:oMath>
                  </a14:m>
                  <a:endParaRPr lang="da-DK" sz="24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1" name="Titel 1">
                  <a:extLst>
                    <a:ext uri="{FF2B5EF4-FFF2-40B4-BE49-F238E27FC236}">
                      <a16:creationId xmlns:a16="http://schemas.microsoft.com/office/drawing/2014/main" id="{82B4470C-C02E-4955-8329-7FA303151C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36089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pilforbindelse 5"/>
          <p:cNvCxnSpPr>
            <a:cxnSpLocks/>
          </p:cNvCxnSpPr>
          <p:nvPr/>
        </p:nvCxnSpPr>
        <p:spPr>
          <a:xfrm flipV="1">
            <a:off x="3563888" y="2924946"/>
            <a:ext cx="1080120" cy="12241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ktangel 7"/>
          <p:cNvSpPr/>
          <p:nvPr/>
        </p:nvSpPr>
        <p:spPr>
          <a:xfrm>
            <a:off x="395536" y="4149080"/>
            <a:ext cx="70567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/>
              <a:t>Sløjfeforstærkningen </a:t>
            </a:r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β∙</a:t>
            </a:r>
            <a:r>
              <a:rPr lang="da-DK" sz="2400" i="1" dirty="0"/>
              <a:t>A</a:t>
            </a:r>
            <a:r>
              <a:rPr lang="da-DK" sz="2400" i="1" baseline="-25000" dirty="0"/>
              <a:t>OL</a:t>
            </a:r>
            <a:r>
              <a:rPr lang="da-DK" sz="2400" i="1" dirty="0"/>
              <a:t> er bestemmende for </a:t>
            </a:r>
            <a:r>
              <a:rPr lang="da-DK" sz="2400" i="1" dirty="0" err="1"/>
              <a:t>K</a:t>
            </a:r>
            <a:r>
              <a:rPr lang="da-DK" sz="2400" i="1" baseline="-25000" dirty="0" err="1"/>
              <a:t>f</a:t>
            </a:r>
            <a:endParaRPr lang="da-DK" sz="2400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ktangel 9"/>
              <p:cNvSpPr/>
              <p:nvPr/>
            </p:nvSpPr>
            <p:spPr>
              <a:xfrm>
                <a:off x="395536" y="4911551"/>
                <a:ext cx="309634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a-DK" sz="2400" i="1" dirty="0"/>
                  <a:t>│</a:t>
                </a:r>
                <a:r>
                  <a:rPr lang="el-GR" sz="2400" i="1" dirty="0">
                    <a:cs typeface="Arial" panose="020B0604020202020204" pitchFamily="34" charset="0"/>
                  </a:rPr>
                  <a:t> </a:t>
                </a:r>
                <a:r>
                  <a:rPr lang="el-GR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β</a:t>
                </a:r>
                <a:r>
                  <a:rPr lang="el-GR" sz="2400" i="1" dirty="0">
                    <a:cs typeface="Arial" panose="020B0604020202020204" pitchFamily="34" charset="0"/>
                  </a:rPr>
                  <a:t>∙</a:t>
                </a:r>
                <a:r>
                  <a:rPr lang="da-DK" sz="2400" i="1" dirty="0"/>
                  <a:t>A</a:t>
                </a:r>
                <a:r>
                  <a:rPr lang="da-DK" sz="2400" i="1" baseline="-25000" dirty="0"/>
                  <a:t>OL</a:t>
                </a:r>
                <a:r>
                  <a:rPr lang="da-DK" sz="2400" i="1" dirty="0"/>
                  <a:t>│ &gt;&gt; 1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a-DK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a-DK" sz="2400" i="1" baseline="-25000" dirty="0"/>
                  <a:t> </a:t>
                </a:r>
                <a:r>
                  <a:rPr lang="da-DK" sz="2400" i="1" dirty="0" err="1"/>
                  <a:t>K</a:t>
                </a:r>
                <a:r>
                  <a:rPr lang="da-DK" sz="2400" i="1" baseline="-25000" dirty="0" err="1"/>
                  <a:t>f</a:t>
                </a:r>
                <a:r>
                  <a:rPr lang="da-DK" sz="2400" i="1" dirty="0"/>
                  <a:t> ≈ ?</a:t>
                </a:r>
                <a:endParaRPr lang="da-DK" sz="2400" i="1" baseline="-25000" dirty="0"/>
              </a:p>
            </p:txBody>
          </p:sp>
        </mc:Choice>
        <mc:Fallback xmlns="">
          <p:sp>
            <p:nvSpPr>
              <p:cNvPr id="10" name="Rektange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911551"/>
                <a:ext cx="3096344" cy="461665"/>
              </a:xfrm>
              <a:prstGeom prst="rect">
                <a:avLst/>
              </a:prstGeom>
              <a:blipFill>
                <a:blip r:embed="rId2"/>
                <a:stretch>
                  <a:fillRect l="-3150" t="-12000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ktangel 19"/>
          <p:cNvSpPr/>
          <p:nvPr/>
        </p:nvSpPr>
        <p:spPr>
          <a:xfrm>
            <a:off x="35496" y="44624"/>
            <a:ext cx="83529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/>
              <a:t>Generel overføringsfunktion for modkoblet forstærker:</a:t>
            </a:r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90F9B009-F97F-49A5-93DE-D740D5E00C48}"/>
              </a:ext>
            </a:extLst>
          </p:cNvPr>
          <p:cNvGrpSpPr/>
          <p:nvPr/>
        </p:nvGrpSpPr>
        <p:grpSpPr>
          <a:xfrm>
            <a:off x="2142487" y="1628800"/>
            <a:ext cx="4715010" cy="1241542"/>
            <a:chOff x="2142487" y="1911649"/>
            <a:chExt cx="4715010" cy="1241542"/>
          </a:xfrm>
        </p:grpSpPr>
        <p:sp>
          <p:nvSpPr>
            <p:cNvPr id="21" name="Ellipse 20"/>
            <p:cNvSpPr/>
            <p:nvPr/>
          </p:nvSpPr>
          <p:spPr>
            <a:xfrm>
              <a:off x="4499992" y="2607267"/>
              <a:ext cx="1073071" cy="545924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itel 1"/>
                <p:cNvSpPr txBox="1">
                  <a:spLocks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CL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a-DK" sz="2400" b="0" i="1" smtClean="0">
                          <a:latin typeface="+mn-lt"/>
                        </a:rPr>
                        <m:t>=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 smtClean="0">
                              <a:latin typeface="+mn-lt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2400" b="0" i="1" baseline="-25000" smtClean="0">
                              <a:latin typeface="+mn-lt"/>
                            </a:rPr>
                            <m:t>o</m:t>
                          </m:r>
                        </m:num>
                        <m:den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a-DK" sz="2400" b="0" i="1"/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a-DK" sz="2400" b="0" i="1" baseline="-25000"/>
                                <m:t>in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1+ </m:t>
                          </m:r>
                          <m:f>
                            <m:f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β</m:t>
                              </m:r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 ∙ </m:t>
                              </m:r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a-DK" sz="2400" b="0" i="1">
                                      <a:latin typeface="+mn-lt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a-DK" sz="2400" b="0" i="1" baseline="-25000">
                                      <a:latin typeface="+mn-lt"/>
                                    </a:rPr>
                                    <m:t>OL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f</m:t>
                          </m:r>
                        </m:sub>
                      </m:sSub>
                    </m:oMath>
                  </a14:m>
                  <a:endParaRPr lang="da-DK" sz="24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2" name="Titel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84823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pilforbindelse 5"/>
          <p:cNvCxnSpPr>
            <a:cxnSpLocks/>
          </p:cNvCxnSpPr>
          <p:nvPr/>
        </p:nvCxnSpPr>
        <p:spPr>
          <a:xfrm flipV="1">
            <a:off x="3563888" y="2924946"/>
            <a:ext cx="1080120" cy="12241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ktangel 7"/>
          <p:cNvSpPr/>
          <p:nvPr/>
        </p:nvSpPr>
        <p:spPr>
          <a:xfrm>
            <a:off x="395536" y="4149080"/>
            <a:ext cx="70567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/>
              <a:t>Sløjfeforstærkningen </a:t>
            </a:r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β∙</a:t>
            </a:r>
            <a:r>
              <a:rPr lang="da-DK" sz="2400" i="1" dirty="0"/>
              <a:t>A</a:t>
            </a:r>
            <a:r>
              <a:rPr lang="da-DK" sz="2400" i="1" baseline="-25000" dirty="0"/>
              <a:t>OL</a:t>
            </a:r>
            <a:r>
              <a:rPr lang="da-DK" sz="2400" i="1" dirty="0"/>
              <a:t> er bestemmende for </a:t>
            </a:r>
            <a:r>
              <a:rPr lang="da-DK" sz="2400" i="1" dirty="0" err="1"/>
              <a:t>K</a:t>
            </a:r>
            <a:r>
              <a:rPr lang="da-DK" sz="2400" i="1" baseline="-25000" dirty="0" err="1"/>
              <a:t>f</a:t>
            </a:r>
            <a:endParaRPr lang="da-DK" sz="2400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ktangel 9"/>
              <p:cNvSpPr/>
              <p:nvPr/>
            </p:nvSpPr>
            <p:spPr>
              <a:xfrm>
                <a:off x="395536" y="4911551"/>
                <a:ext cx="309634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a-DK" sz="2400" i="1" dirty="0"/>
                  <a:t>│</a:t>
                </a:r>
                <a:r>
                  <a:rPr lang="el-GR" sz="2400" i="1" dirty="0">
                    <a:cs typeface="Arial" panose="020B0604020202020204" pitchFamily="34" charset="0"/>
                  </a:rPr>
                  <a:t> </a:t>
                </a:r>
                <a:r>
                  <a:rPr lang="el-GR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β</a:t>
                </a:r>
                <a:r>
                  <a:rPr lang="el-GR" sz="2400" i="1" dirty="0">
                    <a:cs typeface="Arial" panose="020B0604020202020204" pitchFamily="34" charset="0"/>
                  </a:rPr>
                  <a:t>∙</a:t>
                </a:r>
                <a:r>
                  <a:rPr lang="da-DK" sz="2400" i="1" dirty="0"/>
                  <a:t>A</a:t>
                </a:r>
                <a:r>
                  <a:rPr lang="da-DK" sz="2400" i="1" baseline="-25000" dirty="0"/>
                  <a:t>OL</a:t>
                </a:r>
                <a:r>
                  <a:rPr lang="da-DK" sz="2400" i="1" dirty="0"/>
                  <a:t>│ &gt;&gt; 1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a-DK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a-DK" sz="2400" i="1" baseline="-25000" dirty="0"/>
                  <a:t> </a:t>
                </a:r>
                <a:r>
                  <a:rPr lang="da-DK" sz="2400" i="1" dirty="0" err="1"/>
                  <a:t>K</a:t>
                </a:r>
                <a:r>
                  <a:rPr lang="da-DK" sz="2400" i="1" baseline="-25000" dirty="0" err="1"/>
                  <a:t>f</a:t>
                </a:r>
                <a:r>
                  <a:rPr lang="da-DK" sz="2400" i="1" dirty="0"/>
                  <a:t> ≈ 1</a:t>
                </a:r>
                <a:endParaRPr lang="da-DK" sz="2400" i="1" baseline="-25000" dirty="0"/>
              </a:p>
            </p:txBody>
          </p:sp>
        </mc:Choice>
        <mc:Fallback xmlns="">
          <p:sp>
            <p:nvSpPr>
              <p:cNvPr id="10" name="Rektange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911551"/>
                <a:ext cx="3096344" cy="461665"/>
              </a:xfrm>
              <a:prstGeom prst="rect">
                <a:avLst/>
              </a:prstGeom>
              <a:blipFill>
                <a:blip r:embed="rId2"/>
                <a:stretch>
                  <a:fillRect l="-3150" t="-12000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ktangel 19"/>
          <p:cNvSpPr/>
          <p:nvPr/>
        </p:nvSpPr>
        <p:spPr>
          <a:xfrm>
            <a:off x="35496" y="44624"/>
            <a:ext cx="83529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/>
              <a:t>Generel overføringsfunktion for modkoblet forstærker:</a:t>
            </a:r>
          </a:p>
        </p:txBody>
      </p:sp>
      <p:grpSp>
        <p:nvGrpSpPr>
          <p:cNvPr id="9" name="Gruppe 8">
            <a:extLst>
              <a:ext uri="{FF2B5EF4-FFF2-40B4-BE49-F238E27FC236}">
                <a16:creationId xmlns:a16="http://schemas.microsoft.com/office/drawing/2014/main" id="{C95B8E09-9D1E-40A4-A659-6DE0CCC98140}"/>
              </a:ext>
            </a:extLst>
          </p:cNvPr>
          <p:cNvGrpSpPr/>
          <p:nvPr/>
        </p:nvGrpSpPr>
        <p:grpSpPr>
          <a:xfrm>
            <a:off x="2142487" y="1628800"/>
            <a:ext cx="4715010" cy="1241542"/>
            <a:chOff x="2142487" y="1911649"/>
            <a:chExt cx="4715010" cy="1241542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0E988245-C865-412E-8B25-DBF5A5A726EC}"/>
                </a:ext>
              </a:extLst>
            </p:cNvPr>
            <p:cNvSpPr/>
            <p:nvPr/>
          </p:nvSpPr>
          <p:spPr>
            <a:xfrm>
              <a:off x="4499992" y="2607267"/>
              <a:ext cx="1073071" cy="545924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itel 1">
                  <a:extLst>
                    <a:ext uri="{FF2B5EF4-FFF2-40B4-BE49-F238E27FC236}">
                      <a16:creationId xmlns:a16="http://schemas.microsoft.com/office/drawing/2014/main" id="{1E9769C6-5B0E-4991-85AF-BAAF3D31CD2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CL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a-DK" sz="2400" b="0" i="1" smtClean="0">
                          <a:latin typeface="+mn-lt"/>
                        </a:rPr>
                        <m:t>=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 smtClean="0">
                              <a:latin typeface="+mn-lt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2400" b="0" i="1" baseline="-25000" smtClean="0">
                              <a:latin typeface="+mn-lt"/>
                            </a:rPr>
                            <m:t>o</m:t>
                          </m:r>
                        </m:num>
                        <m:den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a-DK" sz="2400" b="0" i="1"/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a-DK" sz="2400" b="0" i="1" baseline="-25000"/>
                                <m:t>in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1+ </m:t>
                          </m:r>
                          <m:f>
                            <m:f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β</m:t>
                              </m:r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 ∙ </m:t>
                              </m:r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a-DK" sz="2400" b="0" i="1">
                                      <a:latin typeface="+mn-lt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a-DK" sz="2400" b="0" i="1" baseline="-25000">
                                      <a:latin typeface="+mn-lt"/>
                                    </a:rPr>
                                    <m:t>OL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f</m:t>
                          </m:r>
                        </m:sub>
                      </m:sSub>
                    </m:oMath>
                  </a14:m>
                  <a:endParaRPr lang="da-DK" sz="24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2" name="Titel 1">
                  <a:extLst>
                    <a:ext uri="{FF2B5EF4-FFF2-40B4-BE49-F238E27FC236}">
                      <a16:creationId xmlns:a16="http://schemas.microsoft.com/office/drawing/2014/main" id="{1E9769C6-5B0E-4991-85AF-BAAF3D31C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39525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pilforbindelse 5"/>
          <p:cNvCxnSpPr>
            <a:cxnSpLocks/>
          </p:cNvCxnSpPr>
          <p:nvPr/>
        </p:nvCxnSpPr>
        <p:spPr>
          <a:xfrm flipV="1">
            <a:off x="3563888" y="2924946"/>
            <a:ext cx="1080120" cy="12241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ktangel 7"/>
          <p:cNvSpPr/>
          <p:nvPr/>
        </p:nvSpPr>
        <p:spPr>
          <a:xfrm>
            <a:off x="395536" y="4149080"/>
            <a:ext cx="70567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/>
              <a:t>Sløjfeforstærkningen </a:t>
            </a:r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β∙</a:t>
            </a:r>
            <a:r>
              <a:rPr lang="da-DK" sz="2400" i="1" dirty="0"/>
              <a:t>A</a:t>
            </a:r>
            <a:r>
              <a:rPr lang="da-DK" sz="2400" i="1" baseline="-25000" dirty="0"/>
              <a:t>OL</a:t>
            </a:r>
            <a:r>
              <a:rPr lang="da-DK" sz="2400" i="1" dirty="0"/>
              <a:t> er bestemmende for </a:t>
            </a:r>
            <a:r>
              <a:rPr lang="da-DK" sz="2400" i="1" dirty="0" err="1"/>
              <a:t>K</a:t>
            </a:r>
            <a:r>
              <a:rPr lang="da-DK" sz="2400" i="1" baseline="-25000" dirty="0" err="1"/>
              <a:t>f</a:t>
            </a:r>
            <a:endParaRPr lang="da-DK" sz="2400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ktangel 9"/>
              <p:cNvSpPr/>
              <p:nvPr/>
            </p:nvSpPr>
            <p:spPr>
              <a:xfrm>
                <a:off x="395536" y="4911551"/>
                <a:ext cx="309634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a-DK" sz="2400" i="1" dirty="0"/>
                  <a:t>│</a:t>
                </a:r>
                <a:r>
                  <a:rPr lang="el-GR" sz="2400" i="1" dirty="0">
                    <a:cs typeface="Arial" panose="020B0604020202020204" pitchFamily="34" charset="0"/>
                  </a:rPr>
                  <a:t> </a:t>
                </a:r>
                <a:r>
                  <a:rPr lang="el-GR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β</a:t>
                </a:r>
                <a:r>
                  <a:rPr lang="el-GR" sz="2400" i="1" dirty="0">
                    <a:cs typeface="Arial" panose="020B0604020202020204" pitchFamily="34" charset="0"/>
                  </a:rPr>
                  <a:t>∙</a:t>
                </a:r>
                <a:r>
                  <a:rPr lang="da-DK" sz="2400" i="1" dirty="0"/>
                  <a:t>A</a:t>
                </a:r>
                <a:r>
                  <a:rPr lang="da-DK" sz="2400" i="1" baseline="-25000" dirty="0"/>
                  <a:t>OL</a:t>
                </a:r>
                <a:r>
                  <a:rPr lang="da-DK" sz="2400" i="1" dirty="0"/>
                  <a:t>│ &gt;&gt; 1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a-DK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a-DK" sz="2400" i="1" baseline="-25000" dirty="0"/>
                  <a:t> </a:t>
                </a:r>
                <a:r>
                  <a:rPr lang="da-DK" sz="2400" i="1" dirty="0" err="1"/>
                  <a:t>K</a:t>
                </a:r>
                <a:r>
                  <a:rPr lang="da-DK" sz="2400" i="1" baseline="-25000" dirty="0" err="1"/>
                  <a:t>f</a:t>
                </a:r>
                <a:r>
                  <a:rPr lang="da-DK" sz="2400" i="1" dirty="0"/>
                  <a:t> ≈ 1</a:t>
                </a:r>
                <a:endParaRPr lang="da-DK" sz="2400" i="1" baseline="-25000" dirty="0"/>
              </a:p>
            </p:txBody>
          </p:sp>
        </mc:Choice>
        <mc:Fallback xmlns="">
          <p:sp>
            <p:nvSpPr>
              <p:cNvPr id="10" name="Rektange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911551"/>
                <a:ext cx="3096344" cy="461665"/>
              </a:xfrm>
              <a:prstGeom prst="rect">
                <a:avLst/>
              </a:prstGeom>
              <a:blipFill>
                <a:blip r:embed="rId2"/>
                <a:stretch>
                  <a:fillRect l="-3150" t="-12000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ktangel 10"/>
              <p:cNvSpPr/>
              <p:nvPr/>
            </p:nvSpPr>
            <p:spPr>
              <a:xfrm>
                <a:off x="395536" y="5781825"/>
                <a:ext cx="3312368" cy="461665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r>
                  <a:rPr lang="da-DK" sz="2400" i="1" dirty="0" err="1"/>
                  <a:t>K</a:t>
                </a:r>
                <a:r>
                  <a:rPr lang="da-DK" sz="2400" i="1" baseline="-25000" dirty="0" err="1"/>
                  <a:t>f</a:t>
                </a:r>
                <a:r>
                  <a:rPr lang="da-DK" sz="2400" i="1" dirty="0"/>
                  <a:t> ≈ 1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a-DK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a-DK" sz="2400" i="1" baseline="-25000" dirty="0"/>
                  <a:t> </a:t>
                </a:r>
                <a:r>
                  <a:rPr lang="da-DK" sz="2400" i="1" dirty="0"/>
                  <a:t>A</a:t>
                </a:r>
                <a:r>
                  <a:rPr lang="da-DK" sz="2400" i="1" baseline="-25000" dirty="0"/>
                  <a:t>CL</a:t>
                </a:r>
                <a:r>
                  <a:rPr lang="da-DK" sz="2400" i="1" dirty="0"/>
                  <a:t> ≈ ?</a:t>
                </a:r>
                <a:endParaRPr lang="da-DK" sz="2400" i="1" baseline="-25000" dirty="0"/>
              </a:p>
            </p:txBody>
          </p:sp>
        </mc:Choice>
        <mc:Fallback xmlns="">
          <p:sp>
            <p:nvSpPr>
              <p:cNvPr id="11" name="Rektange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781825"/>
                <a:ext cx="3312368" cy="461665"/>
              </a:xfrm>
              <a:prstGeom prst="rect">
                <a:avLst/>
              </a:prstGeom>
              <a:blipFill>
                <a:blip r:embed="rId3"/>
                <a:stretch>
                  <a:fillRect l="-2947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ktangel 19"/>
          <p:cNvSpPr/>
          <p:nvPr/>
        </p:nvSpPr>
        <p:spPr>
          <a:xfrm>
            <a:off x="35496" y="44624"/>
            <a:ext cx="83529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/>
              <a:t>Generel overføringsfunktion for modkoblet forstærker:</a:t>
            </a:r>
          </a:p>
        </p:txBody>
      </p:sp>
      <p:grpSp>
        <p:nvGrpSpPr>
          <p:cNvPr id="12" name="Gruppe 11">
            <a:extLst>
              <a:ext uri="{FF2B5EF4-FFF2-40B4-BE49-F238E27FC236}">
                <a16:creationId xmlns:a16="http://schemas.microsoft.com/office/drawing/2014/main" id="{01D8C1C1-1A5F-4AAD-97A5-7AAB7F0EEC61}"/>
              </a:ext>
            </a:extLst>
          </p:cNvPr>
          <p:cNvGrpSpPr/>
          <p:nvPr/>
        </p:nvGrpSpPr>
        <p:grpSpPr>
          <a:xfrm>
            <a:off x="2142487" y="1628800"/>
            <a:ext cx="4715010" cy="1241542"/>
            <a:chOff x="2142487" y="1911649"/>
            <a:chExt cx="4715010" cy="1241542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4C04A88E-E99C-4DB5-B099-15C6CF21272F}"/>
                </a:ext>
              </a:extLst>
            </p:cNvPr>
            <p:cNvSpPr/>
            <p:nvPr/>
          </p:nvSpPr>
          <p:spPr>
            <a:xfrm>
              <a:off x="4499992" y="2607267"/>
              <a:ext cx="1073071" cy="545924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itel 1">
                  <a:extLst>
                    <a:ext uri="{FF2B5EF4-FFF2-40B4-BE49-F238E27FC236}">
                      <a16:creationId xmlns:a16="http://schemas.microsoft.com/office/drawing/2014/main" id="{22595A6B-EBA3-405C-B791-7CFEA69AB52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CL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a-DK" sz="2400" b="0" i="1" smtClean="0">
                          <a:latin typeface="+mn-lt"/>
                        </a:rPr>
                        <m:t>=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 smtClean="0">
                              <a:latin typeface="+mn-lt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2400" b="0" i="1" baseline="-25000" smtClean="0">
                              <a:latin typeface="+mn-lt"/>
                            </a:rPr>
                            <m:t>o</m:t>
                          </m:r>
                        </m:num>
                        <m:den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a-DK" sz="2400" b="0" i="1"/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a-DK" sz="2400" b="0" i="1" baseline="-25000"/>
                                <m:t>in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1+ </m:t>
                          </m:r>
                          <m:f>
                            <m:f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β</m:t>
                              </m:r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 ∙ </m:t>
                              </m:r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a-DK" sz="2400" b="0" i="1">
                                      <a:latin typeface="+mn-lt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a-DK" sz="2400" b="0" i="1" baseline="-25000">
                                      <a:latin typeface="+mn-lt"/>
                                    </a:rPr>
                                    <m:t>OL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f</m:t>
                          </m:r>
                        </m:sub>
                      </m:sSub>
                    </m:oMath>
                  </a14:m>
                  <a:endParaRPr lang="da-DK" sz="24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4" name="Titel 1">
                  <a:extLst>
                    <a:ext uri="{FF2B5EF4-FFF2-40B4-BE49-F238E27FC236}">
                      <a16:creationId xmlns:a16="http://schemas.microsoft.com/office/drawing/2014/main" id="{22595A6B-EBA3-405C-B791-7CFEA69AB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803348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pilforbindelse 5"/>
          <p:cNvCxnSpPr>
            <a:cxnSpLocks/>
          </p:cNvCxnSpPr>
          <p:nvPr/>
        </p:nvCxnSpPr>
        <p:spPr>
          <a:xfrm flipV="1">
            <a:off x="3563888" y="2924946"/>
            <a:ext cx="1080120" cy="12241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ktangel 7"/>
          <p:cNvSpPr/>
          <p:nvPr/>
        </p:nvSpPr>
        <p:spPr>
          <a:xfrm>
            <a:off x="395536" y="4149080"/>
            <a:ext cx="70567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/>
              <a:t>Sløjfeforstærkningen </a:t>
            </a:r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β∙</a:t>
            </a:r>
            <a:r>
              <a:rPr lang="da-DK" sz="2400" i="1" dirty="0"/>
              <a:t>A</a:t>
            </a:r>
            <a:r>
              <a:rPr lang="da-DK" sz="2400" i="1" baseline="-25000" dirty="0"/>
              <a:t>OL</a:t>
            </a:r>
            <a:r>
              <a:rPr lang="da-DK" sz="2400" i="1" dirty="0"/>
              <a:t> er bestemmende for </a:t>
            </a:r>
            <a:r>
              <a:rPr lang="da-DK" sz="2400" i="1" dirty="0" err="1"/>
              <a:t>K</a:t>
            </a:r>
            <a:r>
              <a:rPr lang="da-DK" sz="2400" i="1" baseline="-25000" dirty="0" err="1"/>
              <a:t>f</a:t>
            </a:r>
            <a:endParaRPr lang="da-DK" sz="2400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ktangel 9"/>
              <p:cNvSpPr/>
              <p:nvPr/>
            </p:nvSpPr>
            <p:spPr>
              <a:xfrm>
                <a:off x="395536" y="4911551"/>
                <a:ext cx="309634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a-DK" sz="2400" i="1" dirty="0"/>
                  <a:t>│</a:t>
                </a:r>
                <a:r>
                  <a:rPr lang="el-GR" sz="2400" i="1" dirty="0">
                    <a:cs typeface="Arial" panose="020B0604020202020204" pitchFamily="34" charset="0"/>
                  </a:rPr>
                  <a:t> </a:t>
                </a:r>
                <a:r>
                  <a:rPr lang="el-GR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β</a:t>
                </a:r>
                <a:r>
                  <a:rPr lang="el-GR" sz="2400" i="1" dirty="0">
                    <a:cs typeface="Arial" panose="020B0604020202020204" pitchFamily="34" charset="0"/>
                  </a:rPr>
                  <a:t>∙</a:t>
                </a:r>
                <a:r>
                  <a:rPr lang="da-DK" sz="2400" i="1" dirty="0"/>
                  <a:t>A</a:t>
                </a:r>
                <a:r>
                  <a:rPr lang="da-DK" sz="2400" i="1" baseline="-25000" dirty="0"/>
                  <a:t>OL</a:t>
                </a:r>
                <a:r>
                  <a:rPr lang="da-DK" sz="2400" i="1" dirty="0"/>
                  <a:t>│ &gt;&gt; 1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a-DK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a-DK" sz="2400" i="1" baseline="-25000" dirty="0"/>
                  <a:t> </a:t>
                </a:r>
                <a:r>
                  <a:rPr lang="da-DK" sz="2400" i="1" dirty="0" err="1"/>
                  <a:t>K</a:t>
                </a:r>
                <a:r>
                  <a:rPr lang="da-DK" sz="2400" i="1" baseline="-25000" dirty="0" err="1"/>
                  <a:t>f</a:t>
                </a:r>
                <a:r>
                  <a:rPr lang="da-DK" sz="2400" i="1" dirty="0"/>
                  <a:t> ≈ 1</a:t>
                </a:r>
                <a:endParaRPr lang="da-DK" sz="2400" i="1" baseline="-25000" dirty="0"/>
              </a:p>
            </p:txBody>
          </p:sp>
        </mc:Choice>
        <mc:Fallback xmlns="">
          <p:sp>
            <p:nvSpPr>
              <p:cNvPr id="10" name="Rektange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911551"/>
                <a:ext cx="3096344" cy="461665"/>
              </a:xfrm>
              <a:prstGeom prst="rect">
                <a:avLst/>
              </a:prstGeom>
              <a:blipFill>
                <a:blip r:embed="rId2"/>
                <a:stretch>
                  <a:fillRect l="-3150" t="-12000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ktangel 10"/>
              <p:cNvSpPr/>
              <p:nvPr/>
            </p:nvSpPr>
            <p:spPr>
              <a:xfrm>
                <a:off x="395536" y="5733256"/>
                <a:ext cx="3312368" cy="631520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r>
                  <a:rPr lang="da-DK" sz="2400" i="1" dirty="0" err="1"/>
                  <a:t>K</a:t>
                </a:r>
                <a:r>
                  <a:rPr lang="da-DK" sz="2400" i="1" baseline="-25000" dirty="0" err="1"/>
                  <a:t>f</a:t>
                </a:r>
                <a:r>
                  <a:rPr lang="da-DK" sz="2400" i="1" dirty="0"/>
                  <a:t> ≈ 1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a-DK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a-DK" sz="2400" i="1" baseline="-25000" dirty="0"/>
                  <a:t> </a:t>
                </a:r>
                <a:r>
                  <a:rPr lang="da-DK" sz="2400" i="1" dirty="0"/>
                  <a:t>A</a:t>
                </a:r>
                <a:r>
                  <a:rPr lang="da-DK" sz="2400" i="1" baseline="-25000" dirty="0"/>
                  <a:t>CL</a:t>
                </a:r>
                <a:r>
                  <a:rPr lang="da-DK" sz="2400" i="1" dirty="0"/>
                  <a:t> ≈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da-DK" sz="2400" i="1" baseline="-25000" dirty="0"/>
                  <a:t> </a:t>
                </a:r>
                <a:r>
                  <a:rPr lang="da-DK" sz="2400" i="1" dirty="0"/>
                  <a:t>= A</a:t>
                </a:r>
                <a:r>
                  <a:rPr lang="da-DK" sz="2400" i="1" baseline="-25000" dirty="0"/>
                  <a:t>CL ideel</a:t>
                </a:r>
              </a:p>
            </p:txBody>
          </p:sp>
        </mc:Choice>
        <mc:Fallback xmlns="">
          <p:sp>
            <p:nvSpPr>
              <p:cNvPr id="11" name="Rektange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733256"/>
                <a:ext cx="3312368" cy="631520"/>
              </a:xfrm>
              <a:prstGeom prst="rect">
                <a:avLst/>
              </a:prstGeom>
              <a:blipFill>
                <a:blip r:embed="rId3"/>
                <a:stretch>
                  <a:fillRect l="-2947" b="-2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ktangel 19"/>
          <p:cNvSpPr/>
          <p:nvPr/>
        </p:nvSpPr>
        <p:spPr>
          <a:xfrm>
            <a:off x="35496" y="44624"/>
            <a:ext cx="83529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/>
              <a:t>Generel overføringsfunktion for modkoblet forstærker:</a:t>
            </a:r>
          </a:p>
        </p:txBody>
      </p:sp>
      <p:grpSp>
        <p:nvGrpSpPr>
          <p:cNvPr id="12" name="Gruppe 11">
            <a:extLst>
              <a:ext uri="{FF2B5EF4-FFF2-40B4-BE49-F238E27FC236}">
                <a16:creationId xmlns:a16="http://schemas.microsoft.com/office/drawing/2014/main" id="{24D71013-10E3-4BFF-90C4-4E2978DCFF73}"/>
              </a:ext>
            </a:extLst>
          </p:cNvPr>
          <p:cNvGrpSpPr/>
          <p:nvPr/>
        </p:nvGrpSpPr>
        <p:grpSpPr>
          <a:xfrm>
            <a:off x="2142487" y="1628800"/>
            <a:ext cx="4715010" cy="1241542"/>
            <a:chOff x="2142487" y="1911649"/>
            <a:chExt cx="4715010" cy="1241542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596F874A-2588-472B-8A9B-273042CACB7E}"/>
                </a:ext>
              </a:extLst>
            </p:cNvPr>
            <p:cNvSpPr/>
            <p:nvPr/>
          </p:nvSpPr>
          <p:spPr>
            <a:xfrm>
              <a:off x="4499992" y="2607267"/>
              <a:ext cx="1073071" cy="545924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itel 1">
                  <a:extLst>
                    <a:ext uri="{FF2B5EF4-FFF2-40B4-BE49-F238E27FC236}">
                      <a16:creationId xmlns:a16="http://schemas.microsoft.com/office/drawing/2014/main" id="{5BFA50DD-136C-4EA8-8AC5-B74CEE6AC6F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CL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a-DK" sz="2400" b="0" i="1" smtClean="0">
                          <a:latin typeface="+mn-lt"/>
                        </a:rPr>
                        <m:t>=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 smtClean="0">
                              <a:latin typeface="+mn-lt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2400" b="0" i="1" baseline="-25000" smtClean="0">
                              <a:latin typeface="+mn-lt"/>
                            </a:rPr>
                            <m:t>o</m:t>
                          </m:r>
                        </m:num>
                        <m:den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a-DK" sz="2400" b="0" i="1"/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a-DK" sz="2400" b="0" i="1" baseline="-25000"/>
                                <m:t>in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1+ </m:t>
                          </m:r>
                          <m:f>
                            <m:f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β</m:t>
                              </m:r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 ∙ </m:t>
                              </m:r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a-DK" sz="2400" b="0" i="1">
                                      <a:latin typeface="+mn-lt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a-DK" sz="2400" b="0" i="1" baseline="-25000">
                                      <a:latin typeface="+mn-lt"/>
                                    </a:rPr>
                                    <m:t>OL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f</m:t>
                          </m:r>
                        </m:sub>
                      </m:sSub>
                    </m:oMath>
                  </a14:m>
                  <a:endParaRPr lang="da-DK" sz="24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4" name="Titel 1">
                  <a:extLst>
                    <a:ext uri="{FF2B5EF4-FFF2-40B4-BE49-F238E27FC236}">
                      <a16:creationId xmlns:a16="http://schemas.microsoft.com/office/drawing/2014/main" id="{5BFA50DD-136C-4EA8-8AC5-B74CEE6AC6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41668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pilforbindelse 5"/>
          <p:cNvCxnSpPr>
            <a:cxnSpLocks/>
          </p:cNvCxnSpPr>
          <p:nvPr/>
        </p:nvCxnSpPr>
        <p:spPr>
          <a:xfrm flipV="1">
            <a:off x="3563888" y="2924946"/>
            <a:ext cx="1080120" cy="12241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ktangel 7"/>
          <p:cNvSpPr/>
          <p:nvPr/>
        </p:nvSpPr>
        <p:spPr>
          <a:xfrm>
            <a:off x="395536" y="4149080"/>
            <a:ext cx="70567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/>
              <a:t>Sløjfeforstærkningen </a:t>
            </a:r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β∙</a:t>
            </a:r>
            <a:r>
              <a:rPr lang="da-DK" sz="2400" i="1" dirty="0"/>
              <a:t>A</a:t>
            </a:r>
            <a:r>
              <a:rPr lang="da-DK" sz="2400" i="1" baseline="-25000" dirty="0"/>
              <a:t>OL</a:t>
            </a:r>
            <a:r>
              <a:rPr lang="da-DK" sz="2400" i="1" dirty="0"/>
              <a:t> er bestemmende for </a:t>
            </a:r>
            <a:r>
              <a:rPr lang="da-DK" sz="2400" i="1" dirty="0" err="1"/>
              <a:t>K</a:t>
            </a:r>
            <a:r>
              <a:rPr lang="da-DK" sz="2400" i="1" baseline="-25000" dirty="0" err="1"/>
              <a:t>f</a:t>
            </a:r>
            <a:endParaRPr lang="da-DK" sz="2400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ktangel 9"/>
              <p:cNvSpPr/>
              <p:nvPr/>
            </p:nvSpPr>
            <p:spPr>
              <a:xfrm>
                <a:off x="395536" y="4911551"/>
                <a:ext cx="309634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a-DK" sz="2400" i="1" dirty="0"/>
                  <a:t>│</a:t>
                </a:r>
                <a:r>
                  <a:rPr lang="el-GR" sz="2400" i="1" dirty="0">
                    <a:cs typeface="Arial" panose="020B0604020202020204" pitchFamily="34" charset="0"/>
                  </a:rPr>
                  <a:t> </a:t>
                </a:r>
                <a:r>
                  <a:rPr lang="el-GR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β</a:t>
                </a:r>
                <a:r>
                  <a:rPr lang="el-GR" sz="2400" i="1" dirty="0">
                    <a:cs typeface="Arial" panose="020B0604020202020204" pitchFamily="34" charset="0"/>
                  </a:rPr>
                  <a:t>∙</a:t>
                </a:r>
                <a:r>
                  <a:rPr lang="da-DK" sz="2400" i="1" dirty="0"/>
                  <a:t>A</a:t>
                </a:r>
                <a:r>
                  <a:rPr lang="da-DK" sz="2400" i="1" baseline="-25000" dirty="0"/>
                  <a:t>OL</a:t>
                </a:r>
                <a:r>
                  <a:rPr lang="da-DK" sz="2400" i="1" dirty="0"/>
                  <a:t>│ &gt;&gt; 1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a-DK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a-DK" sz="2400" i="1" baseline="-25000" dirty="0"/>
                  <a:t> </a:t>
                </a:r>
                <a:r>
                  <a:rPr lang="da-DK" sz="2400" i="1" dirty="0" err="1"/>
                  <a:t>K</a:t>
                </a:r>
                <a:r>
                  <a:rPr lang="da-DK" sz="2400" i="1" baseline="-25000" dirty="0" err="1"/>
                  <a:t>f</a:t>
                </a:r>
                <a:r>
                  <a:rPr lang="da-DK" sz="2400" i="1" dirty="0"/>
                  <a:t> ≈ 1</a:t>
                </a:r>
                <a:endParaRPr lang="da-DK" sz="2400" i="1" baseline="-25000" dirty="0"/>
              </a:p>
            </p:txBody>
          </p:sp>
        </mc:Choice>
        <mc:Fallback xmlns="">
          <p:sp>
            <p:nvSpPr>
              <p:cNvPr id="10" name="Rektange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911551"/>
                <a:ext cx="3096344" cy="461665"/>
              </a:xfrm>
              <a:prstGeom prst="rect">
                <a:avLst/>
              </a:prstGeom>
              <a:blipFill>
                <a:blip r:embed="rId2"/>
                <a:stretch>
                  <a:fillRect l="-3150" t="-12000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ktangel 10"/>
              <p:cNvSpPr/>
              <p:nvPr/>
            </p:nvSpPr>
            <p:spPr>
              <a:xfrm>
                <a:off x="395536" y="5733256"/>
                <a:ext cx="3312368" cy="631520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r>
                  <a:rPr lang="da-DK" sz="2400" i="1" dirty="0" err="1"/>
                  <a:t>K</a:t>
                </a:r>
                <a:r>
                  <a:rPr lang="da-DK" sz="2400" i="1" baseline="-25000" dirty="0" err="1"/>
                  <a:t>f</a:t>
                </a:r>
                <a:r>
                  <a:rPr lang="da-DK" sz="2400" i="1" dirty="0"/>
                  <a:t> ≈ 1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a-DK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a-DK" sz="2400" i="1" baseline="-25000" dirty="0"/>
                  <a:t> </a:t>
                </a:r>
                <a:r>
                  <a:rPr lang="da-DK" sz="2400" i="1" dirty="0"/>
                  <a:t>A</a:t>
                </a:r>
                <a:r>
                  <a:rPr lang="da-DK" sz="2400" i="1" baseline="-25000" dirty="0"/>
                  <a:t>CL</a:t>
                </a:r>
                <a:r>
                  <a:rPr lang="da-DK" sz="2400" i="1" dirty="0"/>
                  <a:t> ≈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da-DK" sz="2400" i="1" baseline="-25000" dirty="0"/>
                  <a:t> </a:t>
                </a:r>
                <a:r>
                  <a:rPr lang="da-DK" sz="2400" i="1" dirty="0"/>
                  <a:t>= A</a:t>
                </a:r>
                <a:r>
                  <a:rPr lang="da-DK" sz="2400" i="1" baseline="-25000" dirty="0"/>
                  <a:t>CL ideel</a:t>
                </a:r>
              </a:p>
            </p:txBody>
          </p:sp>
        </mc:Choice>
        <mc:Fallback xmlns="">
          <p:sp>
            <p:nvSpPr>
              <p:cNvPr id="11" name="Rektange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733256"/>
                <a:ext cx="3312368" cy="631520"/>
              </a:xfrm>
              <a:prstGeom prst="rect">
                <a:avLst/>
              </a:prstGeom>
              <a:blipFill>
                <a:blip r:embed="rId3"/>
                <a:stretch>
                  <a:fillRect l="-2947" b="-2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ktangel 12"/>
          <p:cNvSpPr/>
          <p:nvPr/>
        </p:nvSpPr>
        <p:spPr>
          <a:xfrm>
            <a:off x="4211960" y="5085184"/>
            <a:ext cx="48245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i="1" dirty="0">
                <a:solidFill>
                  <a:srgbClr val="FF0000"/>
                </a:solidFill>
              </a:rPr>
              <a:t>3-dB frekvensen for A</a:t>
            </a:r>
            <a:r>
              <a:rPr lang="da-DK" i="1" baseline="-25000" dirty="0">
                <a:solidFill>
                  <a:srgbClr val="FF0000"/>
                </a:solidFill>
              </a:rPr>
              <a:t>CL</a:t>
            </a:r>
            <a:r>
              <a:rPr lang="da-DK" i="1" dirty="0">
                <a:solidFill>
                  <a:srgbClr val="FF0000"/>
                </a:solidFill>
              </a:rPr>
              <a:t> findes altså der hvor:</a:t>
            </a:r>
          </a:p>
        </p:txBody>
      </p:sp>
      <p:cxnSp>
        <p:nvCxnSpPr>
          <p:cNvPr id="15" name="Lige pilforbindelse 14"/>
          <p:cNvCxnSpPr>
            <a:cxnSpLocks/>
          </p:cNvCxnSpPr>
          <p:nvPr/>
        </p:nvCxnSpPr>
        <p:spPr>
          <a:xfrm flipH="1">
            <a:off x="3419872" y="5373216"/>
            <a:ext cx="792088" cy="55555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ktangel 19"/>
          <p:cNvSpPr/>
          <p:nvPr/>
        </p:nvSpPr>
        <p:spPr>
          <a:xfrm>
            <a:off x="35496" y="44624"/>
            <a:ext cx="83529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/>
              <a:t>Generel overføringsfunktion for modkoblet forstærker:</a:t>
            </a:r>
          </a:p>
        </p:txBody>
      </p:sp>
      <p:sp>
        <p:nvSpPr>
          <p:cNvPr id="14" name="Rektangel 13"/>
          <p:cNvSpPr/>
          <p:nvPr/>
        </p:nvSpPr>
        <p:spPr>
          <a:xfrm>
            <a:off x="6876256" y="5559438"/>
            <a:ext cx="1152128" cy="369332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da-DK" i="1" dirty="0" err="1">
                <a:solidFill>
                  <a:srgbClr val="FF0000"/>
                </a:solidFill>
              </a:rPr>
              <a:t>K</a:t>
            </a:r>
            <a:r>
              <a:rPr lang="da-DK" i="1" baseline="-25000" dirty="0" err="1">
                <a:solidFill>
                  <a:srgbClr val="FF0000"/>
                </a:solidFill>
              </a:rPr>
              <a:t>f</a:t>
            </a:r>
            <a:r>
              <a:rPr lang="da-DK" i="1" dirty="0">
                <a:solidFill>
                  <a:srgbClr val="FF0000"/>
                </a:solidFill>
              </a:rPr>
              <a:t> = ?</a:t>
            </a:r>
            <a:endParaRPr lang="da-DK" i="1" baseline="-25000" dirty="0">
              <a:solidFill>
                <a:srgbClr val="FF0000"/>
              </a:solidFill>
            </a:endParaRPr>
          </a:p>
        </p:txBody>
      </p:sp>
      <p:grpSp>
        <p:nvGrpSpPr>
          <p:cNvPr id="16" name="Gruppe 15">
            <a:extLst>
              <a:ext uri="{FF2B5EF4-FFF2-40B4-BE49-F238E27FC236}">
                <a16:creationId xmlns:a16="http://schemas.microsoft.com/office/drawing/2014/main" id="{C5A4D9D3-51B9-4DCE-958F-84250EA42246}"/>
              </a:ext>
            </a:extLst>
          </p:cNvPr>
          <p:cNvGrpSpPr/>
          <p:nvPr/>
        </p:nvGrpSpPr>
        <p:grpSpPr>
          <a:xfrm>
            <a:off x="2142487" y="1628800"/>
            <a:ext cx="4715010" cy="1241542"/>
            <a:chOff x="2142487" y="1911649"/>
            <a:chExt cx="4715010" cy="1241542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05618251-3FA0-4281-9026-AAB2253DF378}"/>
                </a:ext>
              </a:extLst>
            </p:cNvPr>
            <p:cNvSpPr/>
            <p:nvPr/>
          </p:nvSpPr>
          <p:spPr>
            <a:xfrm>
              <a:off x="4499992" y="2607267"/>
              <a:ext cx="1073071" cy="545924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itel 1">
                  <a:extLst>
                    <a:ext uri="{FF2B5EF4-FFF2-40B4-BE49-F238E27FC236}">
                      <a16:creationId xmlns:a16="http://schemas.microsoft.com/office/drawing/2014/main" id="{679FD1EB-5718-443B-B975-5B910F620C4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CL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a-DK" sz="2400" b="0" i="1" smtClean="0">
                          <a:latin typeface="+mn-lt"/>
                        </a:rPr>
                        <m:t>=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 smtClean="0">
                              <a:latin typeface="+mn-lt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2400" b="0" i="1" baseline="-25000" smtClean="0">
                              <a:latin typeface="+mn-lt"/>
                            </a:rPr>
                            <m:t>o</m:t>
                          </m:r>
                        </m:num>
                        <m:den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a-DK" sz="2400" b="0" i="1"/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a-DK" sz="2400" b="0" i="1" baseline="-25000"/>
                                <m:t>in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1+ </m:t>
                          </m:r>
                          <m:f>
                            <m:f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β</m:t>
                              </m:r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 ∙ </m:t>
                              </m:r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a-DK" sz="2400" b="0" i="1">
                                      <a:latin typeface="+mn-lt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a-DK" sz="2400" b="0" i="1" baseline="-25000">
                                      <a:latin typeface="+mn-lt"/>
                                    </a:rPr>
                                    <m:t>OL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f</m:t>
                          </m:r>
                        </m:sub>
                      </m:sSub>
                    </m:oMath>
                  </a14:m>
                  <a:endParaRPr lang="da-DK" sz="24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8" name="Titel 1">
                  <a:extLst>
                    <a:ext uri="{FF2B5EF4-FFF2-40B4-BE49-F238E27FC236}">
                      <a16:creationId xmlns:a16="http://schemas.microsoft.com/office/drawing/2014/main" id="{679FD1EB-5718-443B-B975-5B910F620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12651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pilforbindelse 5"/>
          <p:cNvCxnSpPr>
            <a:cxnSpLocks/>
          </p:cNvCxnSpPr>
          <p:nvPr/>
        </p:nvCxnSpPr>
        <p:spPr>
          <a:xfrm flipV="1">
            <a:off x="3563888" y="2924946"/>
            <a:ext cx="1080120" cy="12241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ktangel 7"/>
          <p:cNvSpPr/>
          <p:nvPr/>
        </p:nvSpPr>
        <p:spPr>
          <a:xfrm>
            <a:off x="395536" y="4149080"/>
            <a:ext cx="70567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/>
              <a:t>Sløjfeforstærkningen </a:t>
            </a:r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β∙</a:t>
            </a:r>
            <a:r>
              <a:rPr lang="da-DK" sz="2400" i="1" dirty="0"/>
              <a:t>A</a:t>
            </a:r>
            <a:r>
              <a:rPr lang="da-DK" sz="2400" i="1" baseline="-25000" dirty="0"/>
              <a:t>OL</a:t>
            </a:r>
            <a:r>
              <a:rPr lang="da-DK" sz="2400" i="1" dirty="0"/>
              <a:t> er bestemmende for </a:t>
            </a:r>
            <a:r>
              <a:rPr lang="da-DK" sz="2400" i="1" dirty="0" err="1"/>
              <a:t>K</a:t>
            </a:r>
            <a:r>
              <a:rPr lang="da-DK" sz="2400" i="1" baseline="-25000" dirty="0" err="1"/>
              <a:t>f</a:t>
            </a:r>
            <a:endParaRPr lang="da-DK" sz="2400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ktangel 9"/>
              <p:cNvSpPr/>
              <p:nvPr/>
            </p:nvSpPr>
            <p:spPr>
              <a:xfrm>
                <a:off x="395536" y="4911551"/>
                <a:ext cx="309634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a-DK" sz="2400" i="1" dirty="0"/>
                  <a:t>│</a:t>
                </a:r>
                <a:r>
                  <a:rPr lang="el-GR" sz="2400" i="1" dirty="0">
                    <a:cs typeface="Arial" panose="020B0604020202020204" pitchFamily="34" charset="0"/>
                  </a:rPr>
                  <a:t> </a:t>
                </a:r>
                <a:r>
                  <a:rPr lang="el-GR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β</a:t>
                </a:r>
                <a:r>
                  <a:rPr lang="el-GR" sz="2400" i="1" dirty="0">
                    <a:cs typeface="Arial" panose="020B0604020202020204" pitchFamily="34" charset="0"/>
                  </a:rPr>
                  <a:t>∙</a:t>
                </a:r>
                <a:r>
                  <a:rPr lang="da-DK" sz="2400" i="1" dirty="0"/>
                  <a:t>A</a:t>
                </a:r>
                <a:r>
                  <a:rPr lang="da-DK" sz="2400" i="1" baseline="-25000" dirty="0"/>
                  <a:t>OL</a:t>
                </a:r>
                <a:r>
                  <a:rPr lang="da-DK" sz="2400" i="1" dirty="0"/>
                  <a:t>│ &gt;&gt; 1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a-DK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a-DK" sz="2400" i="1" baseline="-25000" dirty="0"/>
                  <a:t> </a:t>
                </a:r>
                <a:r>
                  <a:rPr lang="da-DK" sz="2400" i="1" dirty="0" err="1"/>
                  <a:t>K</a:t>
                </a:r>
                <a:r>
                  <a:rPr lang="da-DK" sz="2400" i="1" baseline="-25000" dirty="0" err="1"/>
                  <a:t>f</a:t>
                </a:r>
                <a:r>
                  <a:rPr lang="da-DK" sz="2400" i="1" dirty="0"/>
                  <a:t> ≈ 1</a:t>
                </a:r>
                <a:endParaRPr lang="da-DK" sz="2400" i="1" baseline="-25000" dirty="0"/>
              </a:p>
            </p:txBody>
          </p:sp>
        </mc:Choice>
        <mc:Fallback xmlns="">
          <p:sp>
            <p:nvSpPr>
              <p:cNvPr id="10" name="Rektange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911551"/>
                <a:ext cx="3096344" cy="461665"/>
              </a:xfrm>
              <a:prstGeom prst="rect">
                <a:avLst/>
              </a:prstGeom>
              <a:blipFill>
                <a:blip r:embed="rId2"/>
                <a:stretch>
                  <a:fillRect l="-3150" t="-12000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ktangel 10"/>
              <p:cNvSpPr/>
              <p:nvPr/>
            </p:nvSpPr>
            <p:spPr>
              <a:xfrm>
                <a:off x="395536" y="5733256"/>
                <a:ext cx="3312368" cy="631520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r>
                  <a:rPr lang="da-DK" sz="2400" i="1" dirty="0" err="1"/>
                  <a:t>K</a:t>
                </a:r>
                <a:r>
                  <a:rPr lang="da-DK" sz="2400" i="1" baseline="-25000" dirty="0" err="1"/>
                  <a:t>f</a:t>
                </a:r>
                <a:r>
                  <a:rPr lang="da-DK" sz="2400" i="1" dirty="0"/>
                  <a:t> ≈ 1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a-DK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a-DK" sz="2400" i="1" baseline="-25000" dirty="0"/>
                  <a:t> </a:t>
                </a:r>
                <a:r>
                  <a:rPr lang="da-DK" sz="2400" i="1" dirty="0"/>
                  <a:t>A</a:t>
                </a:r>
                <a:r>
                  <a:rPr lang="da-DK" sz="2400" i="1" baseline="-25000" dirty="0"/>
                  <a:t>CL</a:t>
                </a:r>
                <a:r>
                  <a:rPr lang="da-DK" sz="2400" i="1" dirty="0"/>
                  <a:t> ≈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da-DK" sz="2400" i="1" baseline="-25000" dirty="0"/>
                  <a:t> </a:t>
                </a:r>
                <a:r>
                  <a:rPr lang="da-DK" sz="2400" i="1" dirty="0"/>
                  <a:t>= A</a:t>
                </a:r>
                <a:r>
                  <a:rPr lang="da-DK" sz="2400" i="1" baseline="-25000" dirty="0"/>
                  <a:t>CL ideel</a:t>
                </a:r>
              </a:p>
            </p:txBody>
          </p:sp>
        </mc:Choice>
        <mc:Fallback xmlns="">
          <p:sp>
            <p:nvSpPr>
              <p:cNvPr id="11" name="Rektange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733256"/>
                <a:ext cx="3312368" cy="631520"/>
              </a:xfrm>
              <a:prstGeom prst="rect">
                <a:avLst/>
              </a:prstGeom>
              <a:blipFill>
                <a:blip r:embed="rId3"/>
                <a:stretch>
                  <a:fillRect l="-2947" b="-2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ktangel 12"/>
          <p:cNvSpPr/>
          <p:nvPr/>
        </p:nvSpPr>
        <p:spPr>
          <a:xfrm>
            <a:off x="4211960" y="5085184"/>
            <a:ext cx="48245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i="1" dirty="0">
                <a:solidFill>
                  <a:srgbClr val="FF0000"/>
                </a:solidFill>
              </a:rPr>
              <a:t>3-dB frekvensen for A</a:t>
            </a:r>
            <a:r>
              <a:rPr lang="da-DK" i="1" baseline="-25000" dirty="0">
                <a:solidFill>
                  <a:srgbClr val="FF0000"/>
                </a:solidFill>
              </a:rPr>
              <a:t>CL</a:t>
            </a:r>
            <a:r>
              <a:rPr lang="da-DK" i="1" dirty="0">
                <a:solidFill>
                  <a:srgbClr val="FF0000"/>
                </a:solidFill>
              </a:rPr>
              <a:t> findes altså der hvor:</a:t>
            </a:r>
          </a:p>
        </p:txBody>
      </p:sp>
      <p:cxnSp>
        <p:nvCxnSpPr>
          <p:cNvPr id="15" name="Lige pilforbindelse 14"/>
          <p:cNvCxnSpPr>
            <a:cxnSpLocks/>
          </p:cNvCxnSpPr>
          <p:nvPr/>
        </p:nvCxnSpPr>
        <p:spPr>
          <a:xfrm flipH="1">
            <a:off x="3419872" y="5373216"/>
            <a:ext cx="792088" cy="55555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ktangel 19"/>
          <p:cNvSpPr/>
          <p:nvPr/>
        </p:nvSpPr>
        <p:spPr>
          <a:xfrm>
            <a:off x="35496" y="44624"/>
            <a:ext cx="83529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/>
              <a:t>Generel overføringsfunktion for modkoblet forstærker:</a:t>
            </a:r>
          </a:p>
        </p:txBody>
      </p:sp>
      <p:grpSp>
        <p:nvGrpSpPr>
          <p:cNvPr id="23" name="Gruppe 22">
            <a:extLst>
              <a:ext uri="{FF2B5EF4-FFF2-40B4-BE49-F238E27FC236}">
                <a16:creationId xmlns:a16="http://schemas.microsoft.com/office/drawing/2014/main" id="{2482C5F4-40F1-4DE7-9D10-369E8DEEE735}"/>
              </a:ext>
            </a:extLst>
          </p:cNvPr>
          <p:cNvGrpSpPr/>
          <p:nvPr/>
        </p:nvGrpSpPr>
        <p:grpSpPr>
          <a:xfrm>
            <a:off x="6876256" y="5493908"/>
            <a:ext cx="1656184" cy="500393"/>
            <a:chOff x="6228184" y="5493908"/>
            <a:chExt cx="1656184" cy="500393"/>
          </a:xfrm>
        </p:grpSpPr>
        <p:sp>
          <p:nvSpPr>
            <p:cNvPr id="14" name="Rektangel 13"/>
            <p:cNvSpPr/>
            <p:nvPr/>
          </p:nvSpPr>
          <p:spPr>
            <a:xfrm>
              <a:off x="6228184" y="5559438"/>
              <a:ext cx="1152128" cy="369332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/>
            <a:p>
              <a:r>
                <a:rPr lang="da-DK" i="1" dirty="0" err="1">
                  <a:solidFill>
                    <a:srgbClr val="FF0000"/>
                  </a:solidFill>
                </a:rPr>
                <a:t>K</a:t>
              </a:r>
              <a:r>
                <a:rPr lang="da-DK" i="1" baseline="-25000" dirty="0" err="1">
                  <a:solidFill>
                    <a:srgbClr val="FF0000"/>
                  </a:solidFill>
                </a:rPr>
                <a:t>f</a:t>
              </a:r>
              <a:r>
                <a:rPr lang="da-DK" i="1" dirty="0">
                  <a:solidFill>
                    <a:srgbClr val="FF0000"/>
                  </a:solidFill>
                </a:rPr>
                <a:t> = -3 dB </a:t>
              </a:r>
              <a:endParaRPr lang="da-DK" i="1" baseline="-25000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ktangel 17"/>
                <p:cNvSpPr/>
                <p:nvPr/>
              </p:nvSpPr>
              <p:spPr>
                <a:xfrm>
                  <a:off x="7164288" y="5493908"/>
                  <a:ext cx="720080" cy="500393"/>
                </a:xfrm>
                <a:prstGeom prst="rect">
                  <a:avLst/>
                </a:prstGeom>
              </p:spPr>
              <p:txBody>
                <a:bodyPr wrap="square" anchor="ctr" anchorCtr="0">
                  <a:spAutoFit/>
                </a:bodyPr>
                <a:lstStyle/>
                <a:p>
                  <a:r>
                    <a:rPr lang="da-DK" i="1" dirty="0">
                      <a:solidFill>
                        <a:srgbClr val="FF0000"/>
                      </a:solidFill>
                    </a:rPr>
                    <a:t>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a-DK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a-DK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a14:m>
                  <a:r>
                    <a:rPr lang="da-DK" i="1" baseline="-25000" dirty="0">
                      <a:solidFill>
                        <a:srgbClr val="FF0000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Rektangel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4288" y="5493908"/>
                  <a:ext cx="720080" cy="500393"/>
                </a:xfrm>
                <a:prstGeom prst="rect">
                  <a:avLst/>
                </a:prstGeom>
                <a:blipFill>
                  <a:blip r:embed="rId5"/>
                  <a:stretch>
                    <a:fillRect l="-7627" b="-60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uppe 15">
            <a:extLst>
              <a:ext uri="{FF2B5EF4-FFF2-40B4-BE49-F238E27FC236}">
                <a16:creationId xmlns:a16="http://schemas.microsoft.com/office/drawing/2014/main" id="{35060A97-0055-47A4-8D96-759A54EE5EE1}"/>
              </a:ext>
            </a:extLst>
          </p:cNvPr>
          <p:cNvGrpSpPr/>
          <p:nvPr/>
        </p:nvGrpSpPr>
        <p:grpSpPr>
          <a:xfrm>
            <a:off x="2142487" y="1628800"/>
            <a:ext cx="4715010" cy="1241542"/>
            <a:chOff x="2142487" y="1911649"/>
            <a:chExt cx="4715010" cy="1241542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292CFD3A-AC17-4E36-A643-5ADACB44378B}"/>
                </a:ext>
              </a:extLst>
            </p:cNvPr>
            <p:cNvSpPr/>
            <p:nvPr/>
          </p:nvSpPr>
          <p:spPr>
            <a:xfrm>
              <a:off x="4499992" y="2607267"/>
              <a:ext cx="1073071" cy="545924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itel 1">
                  <a:extLst>
                    <a:ext uri="{FF2B5EF4-FFF2-40B4-BE49-F238E27FC236}">
                      <a16:creationId xmlns:a16="http://schemas.microsoft.com/office/drawing/2014/main" id="{ACA1328B-A978-450C-8CB2-C4834CEE11E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CL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a-DK" sz="2400" b="0" i="1" smtClean="0">
                          <a:latin typeface="+mn-lt"/>
                        </a:rPr>
                        <m:t>=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 smtClean="0">
                              <a:latin typeface="+mn-lt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2400" b="0" i="1" baseline="-25000" smtClean="0">
                              <a:latin typeface="+mn-lt"/>
                            </a:rPr>
                            <m:t>o</m:t>
                          </m:r>
                        </m:num>
                        <m:den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a-DK" sz="2400" b="0" i="1"/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a-DK" sz="2400" b="0" i="1" baseline="-25000"/>
                                <m:t>in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1+ </m:t>
                          </m:r>
                          <m:f>
                            <m:f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β</m:t>
                              </m:r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 ∙ </m:t>
                              </m:r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a-DK" sz="2400" b="0" i="1">
                                      <a:latin typeface="+mn-lt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a-DK" sz="2400" b="0" i="1" baseline="-25000">
                                      <a:latin typeface="+mn-lt"/>
                                    </a:rPr>
                                    <m:t>OL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f</m:t>
                          </m:r>
                        </m:sub>
                      </m:sSub>
                    </m:oMath>
                  </a14:m>
                  <a:endParaRPr lang="da-DK" sz="24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9" name="Titel 1">
                  <a:extLst>
                    <a:ext uri="{FF2B5EF4-FFF2-40B4-BE49-F238E27FC236}">
                      <a16:creationId xmlns:a16="http://schemas.microsoft.com/office/drawing/2014/main" id="{ACA1328B-A978-450C-8CB2-C4834CEE1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304721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Lige pilforbindelse 5"/>
          <p:cNvCxnSpPr>
            <a:cxnSpLocks/>
          </p:cNvCxnSpPr>
          <p:nvPr/>
        </p:nvCxnSpPr>
        <p:spPr>
          <a:xfrm flipV="1">
            <a:off x="3563888" y="2924946"/>
            <a:ext cx="1080120" cy="12241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ktangel 7"/>
          <p:cNvSpPr/>
          <p:nvPr/>
        </p:nvSpPr>
        <p:spPr>
          <a:xfrm>
            <a:off x="395536" y="4149080"/>
            <a:ext cx="70567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/>
              <a:t>Sløjfeforstærkningen </a:t>
            </a:r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β∙</a:t>
            </a:r>
            <a:r>
              <a:rPr lang="da-DK" sz="2400" i="1" dirty="0"/>
              <a:t>A</a:t>
            </a:r>
            <a:r>
              <a:rPr lang="da-DK" sz="2400" i="1" baseline="-25000" dirty="0"/>
              <a:t>OL</a:t>
            </a:r>
            <a:r>
              <a:rPr lang="da-DK" sz="2400" i="1" dirty="0"/>
              <a:t> er bestemmende for </a:t>
            </a:r>
            <a:r>
              <a:rPr lang="da-DK" sz="2400" i="1" dirty="0" err="1"/>
              <a:t>K</a:t>
            </a:r>
            <a:r>
              <a:rPr lang="da-DK" sz="2400" i="1" baseline="-25000" dirty="0" err="1"/>
              <a:t>f</a:t>
            </a:r>
            <a:endParaRPr lang="da-DK" sz="2400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ktangel 9"/>
              <p:cNvSpPr/>
              <p:nvPr/>
            </p:nvSpPr>
            <p:spPr>
              <a:xfrm>
                <a:off x="395536" y="4911551"/>
                <a:ext cx="309634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a-DK" sz="2400" i="1" dirty="0"/>
                  <a:t>│</a:t>
                </a:r>
                <a:r>
                  <a:rPr lang="el-GR" sz="2400" i="1" dirty="0">
                    <a:cs typeface="Arial" panose="020B0604020202020204" pitchFamily="34" charset="0"/>
                  </a:rPr>
                  <a:t> </a:t>
                </a:r>
                <a:r>
                  <a:rPr lang="el-GR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β</a:t>
                </a:r>
                <a:r>
                  <a:rPr lang="el-GR" sz="2400" i="1" dirty="0">
                    <a:cs typeface="Arial" panose="020B0604020202020204" pitchFamily="34" charset="0"/>
                  </a:rPr>
                  <a:t>∙</a:t>
                </a:r>
                <a:r>
                  <a:rPr lang="da-DK" sz="2400" i="1" dirty="0"/>
                  <a:t>A</a:t>
                </a:r>
                <a:r>
                  <a:rPr lang="da-DK" sz="2400" i="1" baseline="-25000" dirty="0"/>
                  <a:t>OL</a:t>
                </a:r>
                <a:r>
                  <a:rPr lang="da-DK" sz="2400" i="1" dirty="0"/>
                  <a:t>│ &gt;&gt; 1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a-DK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a-DK" sz="2400" i="1" baseline="-25000" dirty="0"/>
                  <a:t> </a:t>
                </a:r>
                <a:r>
                  <a:rPr lang="da-DK" sz="2400" i="1" dirty="0" err="1"/>
                  <a:t>K</a:t>
                </a:r>
                <a:r>
                  <a:rPr lang="da-DK" sz="2400" i="1" baseline="-25000" dirty="0" err="1"/>
                  <a:t>f</a:t>
                </a:r>
                <a:r>
                  <a:rPr lang="da-DK" sz="2400" i="1" dirty="0"/>
                  <a:t> ≈ 1</a:t>
                </a:r>
                <a:endParaRPr lang="da-DK" sz="2400" i="1" baseline="-25000" dirty="0"/>
              </a:p>
            </p:txBody>
          </p:sp>
        </mc:Choice>
        <mc:Fallback xmlns="">
          <p:sp>
            <p:nvSpPr>
              <p:cNvPr id="10" name="Rektange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911551"/>
                <a:ext cx="3096344" cy="461665"/>
              </a:xfrm>
              <a:prstGeom prst="rect">
                <a:avLst/>
              </a:prstGeom>
              <a:blipFill>
                <a:blip r:embed="rId2"/>
                <a:stretch>
                  <a:fillRect l="-3150" t="-12000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ktangel 10"/>
              <p:cNvSpPr/>
              <p:nvPr/>
            </p:nvSpPr>
            <p:spPr>
              <a:xfrm>
                <a:off x="395536" y="5733256"/>
                <a:ext cx="3312368" cy="631520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r>
                  <a:rPr lang="da-DK" sz="2400" i="1" dirty="0" err="1"/>
                  <a:t>K</a:t>
                </a:r>
                <a:r>
                  <a:rPr lang="da-DK" sz="2400" i="1" baseline="-25000" dirty="0" err="1"/>
                  <a:t>f</a:t>
                </a:r>
                <a:r>
                  <a:rPr lang="da-DK" sz="2400" i="1" dirty="0"/>
                  <a:t> ≈ 1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a-DK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a-DK" sz="2400" i="1" baseline="-25000" dirty="0"/>
                  <a:t> </a:t>
                </a:r>
                <a:r>
                  <a:rPr lang="da-DK" sz="2400" i="1" dirty="0"/>
                  <a:t>A</a:t>
                </a:r>
                <a:r>
                  <a:rPr lang="da-DK" sz="2400" i="1" baseline="-25000" dirty="0"/>
                  <a:t>CL</a:t>
                </a:r>
                <a:r>
                  <a:rPr lang="da-DK" sz="2400" i="1" dirty="0"/>
                  <a:t> ≈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da-DK" sz="2400" i="1" baseline="-25000" dirty="0"/>
                  <a:t> </a:t>
                </a:r>
                <a:r>
                  <a:rPr lang="da-DK" sz="2400" i="1" dirty="0"/>
                  <a:t>= A</a:t>
                </a:r>
                <a:r>
                  <a:rPr lang="da-DK" sz="2400" i="1" baseline="-25000" dirty="0"/>
                  <a:t>CL ideel</a:t>
                </a:r>
              </a:p>
            </p:txBody>
          </p:sp>
        </mc:Choice>
        <mc:Fallback xmlns="">
          <p:sp>
            <p:nvSpPr>
              <p:cNvPr id="11" name="Rektange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733256"/>
                <a:ext cx="3312368" cy="631520"/>
              </a:xfrm>
              <a:prstGeom prst="rect">
                <a:avLst/>
              </a:prstGeom>
              <a:blipFill>
                <a:blip r:embed="rId3"/>
                <a:stretch>
                  <a:fillRect l="-2947" b="-2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ktangel 12"/>
          <p:cNvSpPr/>
          <p:nvPr/>
        </p:nvSpPr>
        <p:spPr>
          <a:xfrm>
            <a:off x="4211960" y="5085184"/>
            <a:ext cx="48245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i="1" dirty="0">
                <a:solidFill>
                  <a:srgbClr val="FF0000"/>
                </a:solidFill>
              </a:rPr>
              <a:t>3-dB frekvensen for A</a:t>
            </a:r>
            <a:r>
              <a:rPr lang="da-DK" i="1" baseline="-25000" dirty="0">
                <a:solidFill>
                  <a:srgbClr val="FF0000"/>
                </a:solidFill>
              </a:rPr>
              <a:t>CL</a:t>
            </a:r>
            <a:r>
              <a:rPr lang="da-DK" i="1" dirty="0">
                <a:solidFill>
                  <a:srgbClr val="FF0000"/>
                </a:solidFill>
              </a:rPr>
              <a:t> findes altså der hvor:</a:t>
            </a:r>
          </a:p>
        </p:txBody>
      </p:sp>
      <p:cxnSp>
        <p:nvCxnSpPr>
          <p:cNvPr id="15" name="Lige pilforbindelse 14"/>
          <p:cNvCxnSpPr>
            <a:cxnSpLocks/>
          </p:cNvCxnSpPr>
          <p:nvPr/>
        </p:nvCxnSpPr>
        <p:spPr>
          <a:xfrm flipH="1">
            <a:off x="3419872" y="5373216"/>
            <a:ext cx="792088" cy="55555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Lige pilforbindelse 15"/>
          <p:cNvCxnSpPr>
            <a:cxnSpLocks/>
          </p:cNvCxnSpPr>
          <p:nvPr/>
        </p:nvCxnSpPr>
        <p:spPr>
          <a:xfrm>
            <a:off x="8100392" y="6734722"/>
            <a:ext cx="864096" cy="6646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Rektangel 16"/>
          <p:cNvSpPr/>
          <p:nvPr/>
        </p:nvSpPr>
        <p:spPr>
          <a:xfrm>
            <a:off x="4788024" y="6283412"/>
            <a:ext cx="41764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i="1" dirty="0">
                <a:solidFill>
                  <a:srgbClr val="FF0000"/>
                </a:solidFill>
              </a:rPr>
              <a:t>Grafisk overblik på et Bode plot - tavlen!</a:t>
            </a:r>
          </a:p>
        </p:txBody>
      </p:sp>
      <p:sp>
        <p:nvSpPr>
          <p:cNvPr id="20" name="Rektangel 19"/>
          <p:cNvSpPr/>
          <p:nvPr/>
        </p:nvSpPr>
        <p:spPr>
          <a:xfrm>
            <a:off x="35496" y="44624"/>
            <a:ext cx="83529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/>
              <a:t>Generel overføringsfunktion for modkoblet forstærker:</a:t>
            </a:r>
          </a:p>
        </p:txBody>
      </p:sp>
      <p:grpSp>
        <p:nvGrpSpPr>
          <p:cNvPr id="23" name="Gruppe 22">
            <a:extLst>
              <a:ext uri="{FF2B5EF4-FFF2-40B4-BE49-F238E27FC236}">
                <a16:creationId xmlns:a16="http://schemas.microsoft.com/office/drawing/2014/main" id="{2482C5F4-40F1-4DE7-9D10-369E8DEEE735}"/>
              </a:ext>
            </a:extLst>
          </p:cNvPr>
          <p:cNvGrpSpPr/>
          <p:nvPr/>
        </p:nvGrpSpPr>
        <p:grpSpPr>
          <a:xfrm>
            <a:off x="6876256" y="5493908"/>
            <a:ext cx="1656184" cy="500393"/>
            <a:chOff x="6228184" y="5493908"/>
            <a:chExt cx="1656184" cy="500393"/>
          </a:xfrm>
        </p:grpSpPr>
        <p:sp>
          <p:nvSpPr>
            <p:cNvPr id="14" name="Rektangel 13"/>
            <p:cNvSpPr/>
            <p:nvPr/>
          </p:nvSpPr>
          <p:spPr>
            <a:xfrm>
              <a:off x="6228184" y="5559438"/>
              <a:ext cx="1152128" cy="369332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/>
            <a:p>
              <a:r>
                <a:rPr lang="da-DK" i="1" dirty="0" err="1">
                  <a:solidFill>
                    <a:srgbClr val="FF0000"/>
                  </a:solidFill>
                </a:rPr>
                <a:t>K</a:t>
              </a:r>
              <a:r>
                <a:rPr lang="da-DK" i="1" baseline="-25000" dirty="0" err="1">
                  <a:solidFill>
                    <a:srgbClr val="FF0000"/>
                  </a:solidFill>
                </a:rPr>
                <a:t>f</a:t>
              </a:r>
              <a:r>
                <a:rPr lang="da-DK" i="1" dirty="0">
                  <a:solidFill>
                    <a:srgbClr val="FF0000"/>
                  </a:solidFill>
                </a:rPr>
                <a:t> = -3 dB </a:t>
              </a:r>
              <a:endParaRPr lang="da-DK" i="1" baseline="-25000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ktangel 17"/>
                <p:cNvSpPr/>
                <p:nvPr/>
              </p:nvSpPr>
              <p:spPr>
                <a:xfrm>
                  <a:off x="7164288" y="5493908"/>
                  <a:ext cx="720080" cy="500393"/>
                </a:xfrm>
                <a:prstGeom prst="rect">
                  <a:avLst/>
                </a:prstGeom>
              </p:spPr>
              <p:txBody>
                <a:bodyPr wrap="square" anchor="ctr" anchorCtr="0">
                  <a:spAutoFit/>
                </a:bodyPr>
                <a:lstStyle/>
                <a:p>
                  <a:r>
                    <a:rPr lang="da-DK" i="1" dirty="0">
                      <a:solidFill>
                        <a:srgbClr val="FF0000"/>
                      </a:solidFill>
                    </a:rPr>
                    <a:t>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a-DK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a-DK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a14:m>
                  <a:r>
                    <a:rPr lang="da-DK" i="1" baseline="-25000" dirty="0">
                      <a:solidFill>
                        <a:srgbClr val="FF0000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Rektangel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4288" y="5493908"/>
                  <a:ext cx="720080" cy="500393"/>
                </a:xfrm>
                <a:prstGeom prst="rect">
                  <a:avLst/>
                </a:prstGeom>
                <a:blipFill>
                  <a:blip r:embed="rId5"/>
                  <a:stretch>
                    <a:fillRect l="-7627" b="-60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uppe 18">
            <a:extLst>
              <a:ext uri="{FF2B5EF4-FFF2-40B4-BE49-F238E27FC236}">
                <a16:creationId xmlns:a16="http://schemas.microsoft.com/office/drawing/2014/main" id="{83A27597-8175-4D98-AB85-B7C03FDB83DE}"/>
              </a:ext>
            </a:extLst>
          </p:cNvPr>
          <p:cNvGrpSpPr/>
          <p:nvPr/>
        </p:nvGrpSpPr>
        <p:grpSpPr>
          <a:xfrm>
            <a:off x="2142487" y="1628800"/>
            <a:ext cx="4715010" cy="1241542"/>
            <a:chOff x="2142487" y="1911649"/>
            <a:chExt cx="4715010" cy="1241542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467A94E0-0DA5-4F64-83EB-28FD20B8CD2E}"/>
                </a:ext>
              </a:extLst>
            </p:cNvPr>
            <p:cNvSpPr/>
            <p:nvPr/>
          </p:nvSpPr>
          <p:spPr>
            <a:xfrm>
              <a:off x="4499992" y="2607267"/>
              <a:ext cx="1073071" cy="545924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itel 1">
                  <a:extLst>
                    <a:ext uri="{FF2B5EF4-FFF2-40B4-BE49-F238E27FC236}">
                      <a16:creationId xmlns:a16="http://schemas.microsoft.com/office/drawing/2014/main" id="{D377666E-BC19-41CB-B24A-D2FD51242AA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CL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a-DK" sz="2400" b="0" i="1" smtClean="0">
                          <a:latin typeface="+mn-lt"/>
                        </a:rPr>
                        <m:t>=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 smtClean="0">
                              <a:latin typeface="+mn-lt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2400" b="0" i="1" baseline="-25000" smtClean="0">
                              <a:latin typeface="+mn-lt"/>
                            </a:rPr>
                            <m:t>o</m:t>
                          </m:r>
                        </m:num>
                        <m:den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a-DK" sz="2400" b="0" i="1"/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a-DK" sz="2400" b="0" i="1" baseline="-25000"/>
                                <m:t>in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1+ </m:t>
                          </m:r>
                          <m:f>
                            <m:f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β</m:t>
                              </m:r>
                              <m:r>
                                <m:rPr>
                                  <m:nor/>
                                </m:rPr>
                                <a:rPr lang="da-DK" sz="2400" b="0" i="1">
                                  <a:latin typeface="+mn-lt"/>
                                </a:rPr>
                                <m:t> ∙ </m:t>
                              </m:r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a-DK" sz="2400" b="0" i="1">
                                      <a:latin typeface="+mn-lt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a-DK" sz="2400" b="0" i="1" baseline="-25000">
                                      <a:latin typeface="+mn-lt"/>
                                    </a:rPr>
                                    <m:t>OL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a14:m>
                  <a:r>
                    <a:rPr lang="da-DK" sz="2400" i="1" dirty="0">
                      <a:latin typeface="+mn-lt"/>
                    </a:rPr>
                    <a:t>  =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400" b="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2400" b="0" i="1">
                          <a:latin typeface="+mn-lt"/>
                        </a:rPr>
                        <m:t> ∙ 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2400" b="0" i="1">
                              <a:latin typeface="+mn-lt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2400" b="0" i="1" baseline="-25000">
                              <a:latin typeface="+mn-lt"/>
                            </a:rPr>
                            <m:t>f</m:t>
                          </m:r>
                        </m:sub>
                      </m:sSub>
                    </m:oMath>
                  </a14:m>
                  <a:endParaRPr lang="da-DK" sz="24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5" name="Titel 1">
                  <a:extLst>
                    <a:ext uri="{FF2B5EF4-FFF2-40B4-BE49-F238E27FC236}">
                      <a16:creationId xmlns:a16="http://schemas.microsoft.com/office/drawing/2014/main" id="{D377666E-BC19-41CB-B24A-D2FD51242A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2487" y="1911649"/>
                  <a:ext cx="4715010" cy="116249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84927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>
            <a:extLst>
              <a:ext uri="{FF2B5EF4-FFF2-40B4-BE49-F238E27FC236}">
                <a16:creationId xmlns:a16="http://schemas.microsoft.com/office/drawing/2014/main" id="{10EE0459-321A-4A95-9189-2AFB32436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679" y="2403988"/>
            <a:ext cx="4695479" cy="3669518"/>
          </a:xfrm>
          <a:prstGeom prst="rect">
            <a:avLst/>
          </a:prstGeom>
        </p:spPr>
      </p:pic>
      <p:sp>
        <p:nvSpPr>
          <p:cNvPr id="12" name="Ellipse 11"/>
          <p:cNvSpPr/>
          <p:nvPr/>
        </p:nvSpPr>
        <p:spPr>
          <a:xfrm>
            <a:off x="2572006" y="3312462"/>
            <a:ext cx="577726" cy="579704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/>
          <p:cNvSpPr/>
          <p:nvPr/>
        </p:nvSpPr>
        <p:spPr>
          <a:xfrm>
            <a:off x="35496" y="44624"/>
            <a:ext cx="16561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/>
              <a:t>Hvorfor?</a:t>
            </a:r>
          </a:p>
        </p:txBody>
      </p:sp>
      <p:pic>
        <p:nvPicPr>
          <p:cNvPr id="5" name="Picture 5" descr="AAAZYQR0.EPS                                                   00056AF1Hard Drive-Seat One            B36702C6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87" y="2633822"/>
            <a:ext cx="4468931" cy="330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Billede 2">
            <a:extLst>
              <a:ext uri="{FF2B5EF4-FFF2-40B4-BE49-F238E27FC236}">
                <a16:creationId xmlns:a16="http://schemas.microsoft.com/office/drawing/2014/main" id="{CDAC97F2-4AC8-8CA7-B311-5558CE516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88640"/>
            <a:ext cx="482623" cy="48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7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196752"/>
            <a:ext cx="8313861" cy="3672408"/>
          </a:xfrm>
          <a:prstGeom prst="rect">
            <a:avLst/>
          </a:prstGeom>
        </p:spPr>
      </p:pic>
      <p:sp>
        <p:nvSpPr>
          <p:cNvPr id="3" name="Titel 1"/>
          <p:cNvSpPr txBox="1">
            <a:spLocks/>
          </p:cNvSpPr>
          <p:nvPr/>
        </p:nvSpPr>
        <p:spPr>
          <a:xfrm>
            <a:off x="35496" y="44624"/>
            <a:ext cx="3528392" cy="5040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Modkoblet forstærker</a:t>
            </a:r>
          </a:p>
        </p:txBody>
      </p:sp>
      <p:sp>
        <p:nvSpPr>
          <p:cNvPr id="4" name="Rektangel 3"/>
          <p:cNvSpPr/>
          <p:nvPr/>
        </p:nvSpPr>
        <p:spPr>
          <a:xfrm>
            <a:off x="251520" y="4869160"/>
            <a:ext cx="8640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/>
              <a:t>Hvad er den tilsigtede (ideelle) fasedrejning rundt i feedbacksløjfen</a:t>
            </a:r>
          </a:p>
          <a:p>
            <a:r>
              <a:rPr lang="da-DK" sz="2400" i="1" dirty="0"/>
              <a:t> - altså fasedrejningen rundt i sløjfen</a:t>
            </a:r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 β</a:t>
            </a:r>
            <a:r>
              <a:rPr lang="el-GR" sz="2400" i="1" dirty="0">
                <a:cs typeface="Arial" panose="020B0604020202020204" pitchFamily="34" charset="0"/>
              </a:rPr>
              <a:t>∙</a:t>
            </a:r>
            <a:r>
              <a:rPr lang="da-DK" sz="2400" i="1" dirty="0"/>
              <a:t>A</a:t>
            </a:r>
            <a:r>
              <a:rPr lang="da-DK" sz="2400" i="1" baseline="-25000" dirty="0"/>
              <a:t>OL</a:t>
            </a:r>
            <a:r>
              <a:rPr lang="da-DK" sz="2400" i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185029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196752"/>
            <a:ext cx="8313861" cy="3672408"/>
          </a:xfrm>
          <a:prstGeom prst="rect">
            <a:avLst/>
          </a:prstGeom>
        </p:spPr>
      </p:pic>
      <p:sp>
        <p:nvSpPr>
          <p:cNvPr id="3" name="Titel 1"/>
          <p:cNvSpPr txBox="1">
            <a:spLocks/>
          </p:cNvSpPr>
          <p:nvPr/>
        </p:nvSpPr>
        <p:spPr>
          <a:xfrm>
            <a:off x="35496" y="44624"/>
            <a:ext cx="3528392" cy="5040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Modkoblet forstærker</a:t>
            </a:r>
          </a:p>
        </p:txBody>
      </p:sp>
      <p:sp>
        <p:nvSpPr>
          <p:cNvPr id="4" name="Rektangel 3"/>
          <p:cNvSpPr/>
          <p:nvPr/>
        </p:nvSpPr>
        <p:spPr>
          <a:xfrm>
            <a:off x="251520" y="4869160"/>
            <a:ext cx="8640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/>
              <a:t>Hvad er den tilsigtede (ideelle) fasedrejning rundt i feedbacksløjfen</a:t>
            </a:r>
          </a:p>
          <a:p>
            <a:r>
              <a:rPr lang="da-DK" sz="2400" i="1" dirty="0"/>
              <a:t> - altså fasedrejningen rundt i sløjfen</a:t>
            </a:r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 β</a:t>
            </a:r>
            <a:r>
              <a:rPr lang="el-GR" sz="2400" i="1" dirty="0">
                <a:cs typeface="Arial" panose="020B0604020202020204" pitchFamily="34" charset="0"/>
              </a:rPr>
              <a:t>∙</a:t>
            </a:r>
            <a:r>
              <a:rPr lang="da-DK" sz="2400" i="1" dirty="0"/>
              <a:t>A</a:t>
            </a:r>
            <a:r>
              <a:rPr lang="da-DK" sz="2400" i="1" baseline="-25000" dirty="0"/>
              <a:t>OL</a:t>
            </a:r>
            <a:r>
              <a:rPr lang="da-DK" sz="2400" i="1" dirty="0"/>
              <a:t>?</a:t>
            </a:r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2861082" y="3259106"/>
            <a:ext cx="846822" cy="5040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>
                <a:solidFill>
                  <a:srgbClr val="FF0000"/>
                </a:solidFill>
                <a:ea typeface="Cambria Math"/>
              </a:rPr>
              <a:t>180˚</a:t>
            </a:r>
          </a:p>
        </p:txBody>
      </p:sp>
      <p:cxnSp>
        <p:nvCxnSpPr>
          <p:cNvPr id="7" name="Lige pilforbindelse 6"/>
          <p:cNvCxnSpPr/>
          <p:nvPr/>
        </p:nvCxnSpPr>
        <p:spPr>
          <a:xfrm flipV="1">
            <a:off x="3347864" y="2744924"/>
            <a:ext cx="677109" cy="612068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5514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el 1"/>
              <p:cNvSpPr txBox="1">
                <a:spLocks/>
              </p:cNvSpPr>
              <p:nvPr/>
            </p:nvSpPr>
            <p:spPr>
              <a:xfrm>
                <a:off x="3651964" y="3861048"/>
                <a:ext cx="2394705" cy="7200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400" i="1" dirty="0"/>
                  <a:t>f &gt;&gt; </a:t>
                </a:r>
                <a:r>
                  <a:rPr lang="da-DK" sz="2400" i="1" dirty="0" err="1"/>
                  <a:t>f</a:t>
                </a:r>
                <a:r>
                  <a:rPr lang="da-DK" sz="2400" i="1" baseline="-25000" dirty="0" err="1"/>
                  <a:t>BOL</a:t>
                </a:r>
                <a:r>
                  <a:rPr lang="da-DK" sz="2400" i="1" dirty="0"/>
                  <a:t> </a:t>
                </a:r>
                <a14:m>
                  <m:oMath xmlns:m="http://schemas.openxmlformats.org/officeDocument/2006/math">
                    <m:r>
                      <a:rPr lang="da-DK" sz="2400" i="1" smtClean="0"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lang="da-DK" sz="2400" i="1" dirty="0">
                    <a:ea typeface="Cambria Math"/>
                  </a:rPr>
                  <a:t> -90˚</a:t>
                </a:r>
              </a:p>
            </p:txBody>
          </p:sp>
        </mc:Choice>
        <mc:Fallback xmlns="">
          <p:sp>
            <p:nvSpPr>
              <p:cNvPr id="11" name="Titel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964" y="3861048"/>
                <a:ext cx="2394705" cy="720080"/>
              </a:xfrm>
              <a:prstGeom prst="rect">
                <a:avLst/>
              </a:prstGeom>
              <a:blipFill>
                <a:blip r:embed="rId2"/>
                <a:stretch>
                  <a:fillRect l="-3817"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el 1"/>
          <p:cNvSpPr txBox="1">
            <a:spLocks/>
          </p:cNvSpPr>
          <p:nvPr/>
        </p:nvSpPr>
        <p:spPr>
          <a:xfrm>
            <a:off x="1475656" y="3933056"/>
            <a:ext cx="1904344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Konklusion: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E3B005C6-23CD-40AE-84F8-B1B459474F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19866" y="1894234"/>
                <a:ext cx="2520092" cy="134134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b="0" i="1"/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b="0" i="1" baseline="-25000"/>
                          <m:t>OL</m:t>
                        </m:r>
                      </m:sub>
                    </m:sSub>
                  </m:oMath>
                </a14:m>
                <a:r>
                  <a:rPr lang="da-DK" sz="2400" i="1" dirty="0"/>
                  <a:t>(f)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b="0" i="1" smtClean="0"/>
                          <m:t>A</m:t>
                        </m:r>
                        <m:r>
                          <m:rPr>
                            <m:nor/>
                          </m:rPr>
                          <a:rPr lang="da-DK" sz="2400" b="0" i="1" baseline="-25000" smtClean="0"/>
                          <m:t>0</m:t>
                        </m:r>
                        <m:r>
                          <m:rPr>
                            <m:nor/>
                          </m:rPr>
                          <a:rPr lang="da-DK" sz="2400" b="0" i="1" baseline="-25000" smtClean="0"/>
                          <m:t>OL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b="0" i="1"/>
                          <m:t>1+</m:t>
                        </m:r>
                        <m:r>
                          <m:rPr>
                            <m:nor/>
                          </m:rPr>
                          <a:rPr lang="da-DK" sz="2400" b="0" i="1" smtClean="0"/>
                          <m:t>j</m:t>
                        </m:r>
                        <m:r>
                          <m:rPr>
                            <m:nor/>
                          </m:rPr>
                          <a:rPr lang="da-DK" sz="2400" b="0" i="1" smtClean="0"/>
                          <m:t> </m:t>
                        </m:r>
                        <m:f>
                          <m:fPr>
                            <m:ctrlPr>
                              <a:rPr lang="da-DK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2400" b="0" i="1" smtClean="0"/>
                              <m:t>f</m:t>
                            </m:r>
                          </m:num>
                          <m:den>
                            <m:sSub>
                              <m:sSub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a-DK" sz="2400" b="0" i="1" smtClean="0"/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da-DK" sz="2400" b="0" i="1" baseline="-25000" smtClean="0"/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1" baseline="-25000"/>
                                  <m:t>OL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da-DK" sz="2400" i="1" dirty="0"/>
              </a:p>
            </p:txBody>
          </p:sp>
        </mc:Choice>
        <mc:Fallback xmlns="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E3B005C6-23CD-40AE-84F8-B1B459474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866" y="1894234"/>
                <a:ext cx="2520092" cy="13413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el 1">
            <a:extLst>
              <a:ext uri="{FF2B5EF4-FFF2-40B4-BE49-F238E27FC236}">
                <a16:creationId xmlns:a16="http://schemas.microsoft.com/office/drawing/2014/main" id="{8AFB97BE-0E97-4194-846B-C98177731CE8}"/>
              </a:ext>
            </a:extLst>
          </p:cNvPr>
          <p:cNvSpPr txBox="1">
            <a:spLocks/>
          </p:cNvSpPr>
          <p:nvPr/>
        </p:nvSpPr>
        <p:spPr>
          <a:xfrm>
            <a:off x="39547" y="46167"/>
            <a:ext cx="3011642" cy="491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Vi husker lige…</a:t>
            </a:r>
            <a:endParaRPr lang="da-DK" sz="2800" i="1" baseline="-250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ED5CA8A2-EF51-4010-B8C7-D07992978E16}"/>
              </a:ext>
            </a:extLst>
          </p:cNvPr>
          <p:cNvSpPr txBox="1">
            <a:spLocks/>
          </p:cNvSpPr>
          <p:nvPr/>
        </p:nvSpPr>
        <p:spPr>
          <a:xfrm>
            <a:off x="251520" y="5085185"/>
            <a:ext cx="8640960" cy="5040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>
                <a:solidFill>
                  <a:srgbClr val="FF0000"/>
                </a:solidFill>
                <a:ea typeface="Cambria Math"/>
              </a:rPr>
              <a:t>Hver pol/knækfrekvens giver -90˚ når man kommer længere op!</a:t>
            </a:r>
          </a:p>
        </p:txBody>
      </p: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B223C8B2-EAA2-46F4-BFCF-E17E6BE6AFCA}"/>
              </a:ext>
            </a:extLst>
          </p:cNvPr>
          <p:cNvCxnSpPr>
            <a:cxnSpLocks/>
          </p:cNvCxnSpPr>
          <p:nvPr/>
        </p:nvCxnSpPr>
        <p:spPr>
          <a:xfrm flipV="1">
            <a:off x="4572000" y="4437112"/>
            <a:ext cx="648072" cy="648072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3658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240887"/>
            <a:ext cx="5256584" cy="5190254"/>
          </a:xfrm>
          <a:prstGeom prst="rect">
            <a:avLst/>
          </a:prstGeom>
        </p:spPr>
      </p:pic>
      <p:sp>
        <p:nvSpPr>
          <p:cNvPr id="5" name="Titel 1"/>
          <p:cNvSpPr txBox="1">
            <a:spLocks/>
          </p:cNvSpPr>
          <p:nvPr/>
        </p:nvSpPr>
        <p:spPr>
          <a:xfrm>
            <a:off x="6948264" y="2636912"/>
            <a:ext cx="1832931" cy="1309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>
                <a:latin typeface="+mn-lt"/>
              </a:rPr>
              <a:t>Interne</a:t>
            </a:r>
          </a:p>
          <a:p>
            <a:pPr algn="l"/>
            <a:r>
              <a:rPr lang="da-DK" sz="2400" i="1" dirty="0">
                <a:latin typeface="+mn-lt"/>
              </a:rPr>
              <a:t>kapaciteter</a:t>
            </a:r>
          </a:p>
          <a:p>
            <a:pPr algn="l"/>
            <a:r>
              <a:rPr lang="da-DK" sz="2400" i="1" dirty="0">
                <a:latin typeface="+mn-lt"/>
              </a:rPr>
              <a:t>(parasitiske)</a:t>
            </a:r>
          </a:p>
        </p:txBody>
      </p:sp>
      <p:cxnSp>
        <p:nvCxnSpPr>
          <p:cNvPr id="6" name="Lige pilforbindelse 5"/>
          <p:cNvCxnSpPr/>
          <p:nvPr/>
        </p:nvCxnSpPr>
        <p:spPr>
          <a:xfrm flipH="1" flipV="1">
            <a:off x="6300193" y="1988840"/>
            <a:ext cx="720079" cy="792088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Titel 1">
            <a:extLst>
              <a:ext uri="{FF2B5EF4-FFF2-40B4-BE49-F238E27FC236}">
                <a16:creationId xmlns:a16="http://schemas.microsoft.com/office/drawing/2014/main" id="{6875785C-BE6F-68FD-254E-E1B8C17D478F}"/>
              </a:ext>
            </a:extLst>
          </p:cNvPr>
          <p:cNvSpPr txBox="1">
            <a:spLocks/>
          </p:cNvSpPr>
          <p:nvPr/>
        </p:nvSpPr>
        <p:spPr>
          <a:xfrm>
            <a:off x="35496" y="35641"/>
            <a:ext cx="5616624" cy="523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>
                <a:latin typeface="+mn-lt"/>
              </a:rPr>
              <a:t>Åbensløjfe forstærkning A</a:t>
            </a:r>
            <a:r>
              <a:rPr lang="da-DK" sz="2800" i="1" baseline="-25000" dirty="0">
                <a:latin typeface="+mn-lt"/>
              </a:rPr>
              <a:t>OL</a:t>
            </a:r>
            <a:r>
              <a:rPr lang="da-DK" sz="2800" i="1" dirty="0">
                <a:latin typeface="+mn-lt"/>
              </a:rPr>
              <a:t> </a:t>
            </a:r>
            <a:r>
              <a:rPr lang="da-DK" sz="2800" b="1" i="1" dirty="0">
                <a:latin typeface="+mn-lt"/>
              </a:rPr>
              <a:t>uden</a:t>
            </a:r>
            <a:r>
              <a:rPr lang="da-DK" sz="2800" i="1" dirty="0">
                <a:latin typeface="+mn-lt"/>
              </a:rPr>
              <a:t> C</a:t>
            </a:r>
            <a:r>
              <a:rPr lang="da-DK" sz="2800" i="1" baseline="-25000" dirty="0">
                <a:latin typeface="+mn-lt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7718349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/>
        </p:nvSpPr>
        <p:spPr>
          <a:xfrm>
            <a:off x="35496" y="35641"/>
            <a:ext cx="8545204" cy="523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>
                <a:latin typeface="+mn-lt"/>
              </a:rPr>
              <a:t>Åbensløjfe forstærkning A</a:t>
            </a:r>
            <a:r>
              <a:rPr lang="da-DK" sz="2800" i="1" baseline="-25000" dirty="0">
                <a:latin typeface="+mn-lt"/>
              </a:rPr>
              <a:t>OL</a:t>
            </a:r>
            <a:r>
              <a:rPr lang="da-DK" sz="2800" i="1" dirty="0">
                <a:latin typeface="+mn-lt"/>
              </a:rPr>
              <a:t> med dominerende pol</a:t>
            </a:r>
            <a:endParaRPr lang="da-DK" sz="2800" i="1" baseline="-25000" dirty="0">
              <a:latin typeface="+mn-lt"/>
            </a:endParaRPr>
          </a:p>
        </p:txBody>
      </p:sp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240887"/>
            <a:ext cx="5256583" cy="5190254"/>
          </a:xfrm>
          <a:prstGeom prst="rect">
            <a:avLst/>
          </a:prstGeom>
        </p:spPr>
      </p:pic>
      <p:cxnSp>
        <p:nvCxnSpPr>
          <p:cNvPr id="7" name="Lige pilforbindelse 6"/>
          <p:cNvCxnSpPr/>
          <p:nvPr/>
        </p:nvCxnSpPr>
        <p:spPr>
          <a:xfrm flipH="1">
            <a:off x="6300194" y="4221088"/>
            <a:ext cx="720078" cy="864096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itel 1"/>
          <p:cNvSpPr txBox="1">
            <a:spLocks/>
          </p:cNvSpPr>
          <p:nvPr/>
        </p:nvSpPr>
        <p:spPr>
          <a:xfrm>
            <a:off x="755576" y="2780928"/>
            <a:ext cx="576064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 err="1">
                <a:latin typeface="+mn-lt"/>
              </a:rPr>
              <a:t>C</a:t>
            </a:r>
            <a:r>
              <a:rPr lang="da-DK" sz="2400" i="1" baseline="-25000" dirty="0" err="1">
                <a:latin typeface="+mn-lt"/>
              </a:rPr>
              <a:t>f</a:t>
            </a:r>
            <a:endParaRPr lang="da-DK" sz="2400" i="1" baseline="-25000" dirty="0">
              <a:latin typeface="+mn-lt"/>
            </a:endParaRPr>
          </a:p>
        </p:txBody>
      </p:sp>
      <p:cxnSp>
        <p:nvCxnSpPr>
          <p:cNvPr id="10" name="Lige pilforbindelse 9"/>
          <p:cNvCxnSpPr/>
          <p:nvPr/>
        </p:nvCxnSpPr>
        <p:spPr>
          <a:xfrm flipV="1">
            <a:off x="1158587" y="1988840"/>
            <a:ext cx="1685221" cy="1080120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itel 1">
            <a:extLst>
              <a:ext uri="{FF2B5EF4-FFF2-40B4-BE49-F238E27FC236}">
                <a16:creationId xmlns:a16="http://schemas.microsoft.com/office/drawing/2014/main" id="{D0F31040-1FA1-447D-837A-F003D5A8C459}"/>
              </a:ext>
            </a:extLst>
          </p:cNvPr>
          <p:cNvSpPr txBox="1">
            <a:spLocks/>
          </p:cNvSpPr>
          <p:nvPr/>
        </p:nvSpPr>
        <p:spPr>
          <a:xfrm>
            <a:off x="6948264" y="2636912"/>
            <a:ext cx="1832931" cy="1309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>
                <a:latin typeface="+mn-lt"/>
              </a:rPr>
              <a:t>Interne</a:t>
            </a:r>
          </a:p>
          <a:p>
            <a:pPr algn="l"/>
            <a:r>
              <a:rPr lang="da-DK" sz="2400" i="1" dirty="0">
                <a:latin typeface="+mn-lt"/>
              </a:rPr>
              <a:t>kapaciteter</a:t>
            </a:r>
          </a:p>
          <a:p>
            <a:pPr algn="l"/>
            <a:r>
              <a:rPr lang="da-DK" sz="2400" i="1" dirty="0">
                <a:latin typeface="+mn-lt"/>
              </a:rPr>
              <a:t>(parasitiske)</a:t>
            </a:r>
          </a:p>
        </p:txBody>
      </p: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14A7B8EB-BB87-45BE-9919-39E979312A3A}"/>
              </a:ext>
            </a:extLst>
          </p:cNvPr>
          <p:cNvCxnSpPr/>
          <p:nvPr/>
        </p:nvCxnSpPr>
        <p:spPr>
          <a:xfrm flipH="1" flipV="1">
            <a:off x="6300193" y="1988840"/>
            <a:ext cx="720079" cy="792088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244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lede 13">
            <a:extLst>
              <a:ext uri="{FF2B5EF4-FFF2-40B4-BE49-F238E27FC236}">
                <a16:creationId xmlns:a16="http://schemas.microsoft.com/office/drawing/2014/main" id="{FAE35955-10A0-403F-B43A-33350634C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79532" y="51472"/>
            <a:ext cx="4695479" cy="3669518"/>
          </a:xfrm>
          <a:prstGeom prst="rect">
            <a:avLst/>
          </a:prstGeom>
        </p:spPr>
      </p:pic>
      <p:pic>
        <p:nvPicPr>
          <p:cNvPr id="3" name="Billed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88" y="2357830"/>
            <a:ext cx="4176464" cy="4536282"/>
          </a:xfrm>
          <a:prstGeom prst="rect">
            <a:avLst/>
          </a:prstGeom>
        </p:spPr>
      </p:pic>
      <p:sp>
        <p:nvSpPr>
          <p:cNvPr id="5" name="Titel 1"/>
          <p:cNvSpPr txBox="1">
            <a:spLocks/>
          </p:cNvSpPr>
          <p:nvPr/>
        </p:nvSpPr>
        <p:spPr>
          <a:xfrm>
            <a:off x="4572000" y="4581128"/>
            <a:ext cx="2016224" cy="1296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>
                <a:latin typeface="+mn-lt"/>
              </a:rPr>
              <a:t>Interne</a:t>
            </a:r>
          </a:p>
          <a:p>
            <a:pPr algn="l"/>
            <a:r>
              <a:rPr lang="da-DK" sz="2800" i="1" dirty="0">
                <a:latin typeface="+mn-lt"/>
              </a:rPr>
              <a:t>kapaciteter</a:t>
            </a:r>
          </a:p>
          <a:p>
            <a:pPr algn="l"/>
            <a:r>
              <a:rPr lang="da-DK" sz="2800" i="1" dirty="0">
                <a:latin typeface="+mn-lt"/>
              </a:rPr>
              <a:t>(parasitiske)</a:t>
            </a:r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2643257" y="999047"/>
            <a:ext cx="416575" cy="48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 err="1">
                <a:latin typeface="+mn-lt"/>
              </a:rPr>
              <a:t>C</a:t>
            </a:r>
            <a:r>
              <a:rPr lang="da-DK" sz="2400" i="1" baseline="-25000" dirty="0" err="1">
                <a:latin typeface="+mn-lt"/>
              </a:rPr>
              <a:t>f</a:t>
            </a:r>
            <a:endParaRPr lang="da-DK" sz="2400" i="1" baseline="-25000" dirty="0">
              <a:latin typeface="+mn-lt"/>
            </a:endParaRPr>
          </a:p>
        </p:txBody>
      </p:sp>
      <p:cxnSp>
        <p:nvCxnSpPr>
          <p:cNvPr id="8" name="Lige pilforbindelse 7"/>
          <p:cNvCxnSpPr/>
          <p:nvPr/>
        </p:nvCxnSpPr>
        <p:spPr>
          <a:xfrm flipH="1">
            <a:off x="1215497" y="1306320"/>
            <a:ext cx="1404156" cy="2016224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Lige pilforbindelse 8"/>
          <p:cNvCxnSpPr/>
          <p:nvPr/>
        </p:nvCxnSpPr>
        <p:spPr>
          <a:xfrm flipH="1">
            <a:off x="3779912" y="5265204"/>
            <a:ext cx="792088" cy="61206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Ellipse 11"/>
          <p:cNvSpPr/>
          <p:nvPr/>
        </p:nvSpPr>
        <p:spPr>
          <a:xfrm>
            <a:off x="6604770" y="980728"/>
            <a:ext cx="577726" cy="579704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3" name="Lige pilforbindelse 12"/>
          <p:cNvCxnSpPr/>
          <p:nvPr/>
        </p:nvCxnSpPr>
        <p:spPr>
          <a:xfrm>
            <a:off x="3203848" y="1270580"/>
            <a:ext cx="3312368" cy="35740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itel 1"/>
          <p:cNvSpPr txBox="1">
            <a:spLocks/>
          </p:cNvSpPr>
          <p:nvPr/>
        </p:nvSpPr>
        <p:spPr>
          <a:xfrm>
            <a:off x="35496" y="44934"/>
            <a:ext cx="3384376" cy="533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Typisk A</a:t>
            </a:r>
            <a:r>
              <a:rPr lang="da-DK" sz="2800" i="1" baseline="-25000" dirty="0"/>
              <a:t>OL</a:t>
            </a:r>
            <a:r>
              <a:rPr lang="da-DK" sz="2800" i="1" dirty="0"/>
              <a:t> for </a:t>
            </a:r>
            <a:r>
              <a:rPr lang="el-GR" sz="2800" i="1" dirty="0"/>
              <a:t>μ</a:t>
            </a:r>
            <a:r>
              <a:rPr lang="da-DK" sz="2800" i="1" dirty="0"/>
              <a:t>A741</a:t>
            </a:r>
            <a:endParaRPr lang="da-DK" sz="2800" i="1" baseline="-25000" dirty="0"/>
          </a:p>
        </p:txBody>
      </p:sp>
    </p:spTree>
    <p:extLst>
      <p:ext uri="{BB962C8B-B14F-4D97-AF65-F5344CB8AC3E}">
        <p14:creationId xmlns:p14="http://schemas.microsoft.com/office/powerpoint/2010/main" val="17946330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illede 12">
            <a:extLst>
              <a:ext uri="{FF2B5EF4-FFF2-40B4-BE49-F238E27FC236}">
                <a16:creationId xmlns:a16="http://schemas.microsoft.com/office/drawing/2014/main" id="{49BD7644-BF2A-4D0C-9B53-7F610CE46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042" y="2407946"/>
            <a:ext cx="4695479" cy="3669518"/>
          </a:xfrm>
          <a:prstGeom prst="rect">
            <a:avLst/>
          </a:prstGeom>
        </p:spPr>
      </p:pic>
      <p:sp>
        <p:nvSpPr>
          <p:cNvPr id="4" name="Rektangel 3"/>
          <p:cNvSpPr/>
          <p:nvPr/>
        </p:nvSpPr>
        <p:spPr>
          <a:xfrm>
            <a:off x="251520" y="762646"/>
            <a:ext cx="878497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dirty="0"/>
              <a:t>Nogle Op </a:t>
            </a:r>
            <a:r>
              <a:rPr lang="da-DK" sz="1600" dirty="0" err="1"/>
              <a:t>Amps</a:t>
            </a:r>
            <a:r>
              <a:rPr lang="da-DK" sz="1600" dirty="0"/>
              <a:t> er </a:t>
            </a:r>
            <a:r>
              <a:rPr lang="da-DK" sz="1600" b="1" i="1" dirty="0"/>
              <a:t>eksternt frekvenskompenserede</a:t>
            </a:r>
            <a:r>
              <a:rPr lang="da-DK" sz="1600" dirty="0"/>
              <a:t>, dvs. man har placeret den frekvenskompenserende kondensator eksternt og har således mulighed for at variere </a:t>
            </a:r>
            <a:r>
              <a:rPr lang="da-DK" sz="1600" dirty="0" err="1"/>
              <a:t>f</a:t>
            </a:r>
            <a:r>
              <a:rPr lang="da-DK" sz="1600" baseline="-25000" dirty="0" err="1"/>
              <a:t>BOL</a:t>
            </a:r>
            <a:r>
              <a:rPr lang="da-DK" sz="1600" dirty="0"/>
              <a:t>.</a:t>
            </a:r>
          </a:p>
          <a:p>
            <a:r>
              <a:rPr lang="da-DK" sz="1600" dirty="0"/>
              <a:t>Hvilken fordel kan opnå ved dette?</a:t>
            </a:r>
            <a:endParaRPr lang="da-DK" sz="1700" dirty="0"/>
          </a:p>
        </p:txBody>
      </p:sp>
      <p:cxnSp>
        <p:nvCxnSpPr>
          <p:cNvPr id="6" name="Lige pilforbindelse 5"/>
          <p:cNvCxnSpPr/>
          <p:nvPr/>
        </p:nvCxnSpPr>
        <p:spPr>
          <a:xfrm>
            <a:off x="962974" y="1293882"/>
            <a:ext cx="1800200" cy="223224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lipse 11"/>
          <p:cNvSpPr/>
          <p:nvPr/>
        </p:nvSpPr>
        <p:spPr>
          <a:xfrm>
            <a:off x="2572006" y="3312462"/>
            <a:ext cx="577726" cy="579704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/>
          <p:cNvSpPr/>
          <p:nvPr/>
        </p:nvSpPr>
        <p:spPr>
          <a:xfrm>
            <a:off x="35496" y="44624"/>
            <a:ext cx="3672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 err="1"/>
              <a:t>Sp</a:t>
            </a:r>
            <a:r>
              <a:rPr lang="da-DK" sz="2800" i="1" dirty="0"/>
              <a:t>. 5 fra forberedelsen: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14F35FEA-0D55-4A39-9150-538EA6D2D0D2}"/>
              </a:ext>
            </a:extLst>
          </p:cNvPr>
          <p:cNvSpPr txBox="1">
            <a:spLocks/>
          </p:cNvSpPr>
          <p:nvPr/>
        </p:nvSpPr>
        <p:spPr>
          <a:xfrm>
            <a:off x="3322275" y="6211126"/>
            <a:ext cx="2499451" cy="458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>
                <a:solidFill>
                  <a:srgbClr val="FF0000"/>
                </a:solidFill>
                <a:ea typeface="Cambria Math"/>
              </a:rPr>
              <a:t>Hvorfor så dette?</a:t>
            </a:r>
          </a:p>
        </p:txBody>
      </p:sp>
      <p:pic>
        <p:nvPicPr>
          <p:cNvPr id="5" name="Picture 5" descr="AAAZYQR0.EPS                                                   00056AF1Hard Drive-Seat One            B36702C6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87" y="2633822"/>
            <a:ext cx="4468931" cy="330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Lige pilforbindelse 9"/>
          <p:cNvCxnSpPr/>
          <p:nvPr/>
        </p:nvCxnSpPr>
        <p:spPr>
          <a:xfrm>
            <a:off x="5436096" y="1374516"/>
            <a:ext cx="297198" cy="41303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8591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/>
          <p:cNvSpPr/>
          <p:nvPr/>
        </p:nvSpPr>
        <p:spPr>
          <a:xfrm>
            <a:off x="251520" y="642174"/>
            <a:ext cx="50405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i="1" dirty="0"/>
              <a:t>Hvad kan være årsagen til, at et udgangssignal ”klipper”?</a:t>
            </a:r>
            <a:endParaRPr lang="da-DK" sz="1700" i="1" dirty="0"/>
          </a:p>
        </p:txBody>
      </p:sp>
      <p:pic>
        <p:nvPicPr>
          <p:cNvPr id="5" name="Picture 5" descr="AAAZYQW0.EPS                                                   00056AF1Hard Drive-Seat One            B36702C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1411312"/>
            <a:ext cx="6859587" cy="48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ktangel 5"/>
          <p:cNvSpPr/>
          <p:nvPr/>
        </p:nvSpPr>
        <p:spPr>
          <a:xfrm>
            <a:off x="35496" y="44624"/>
            <a:ext cx="3672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 err="1"/>
              <a:t>Sp</a:t>
            </a:r>
            <a:r>
              <a:rPr lang="da-DK" sz="2800" i="1" dirty="0"/>
              <a:t>. 6 fra forberedelsen:</a:t>
            </a:r>
          </a:p>
        </p:txBody>
      </p:sp>
    </p:spTree>
    <p:extLst>
      <p:ext uri="{BB962C8B-B14F-4D97-AF65-F5344CB8AC3E}">
        <p14:creationId xmlns:p14="http://schemas.microsoft.com/office/powerpoint/2010/main" val="40377748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2" name="Picture 4" descr="AAAZYQX0.EPS                                                   00056AF1Hard Drive-Seat One            B36702C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768343"/>
            <a:ext cx="6999287" cy="48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el 1"/>
          <p:cNvSpPr txBox="1">
            <a:spLocks/>
          </p:cNvSpPr>
          <p:nvPr/>
        </p:nvSpPr>
        <p:spPr>
          <a:xfrm>
            <a:off x="5346577" y="332656"/>
            <a:ext cx="2537791" cy="435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>
                <a:latin typeface="+mn-lt"/>
              </a:rPr>
              <a:t>Hvad er så dette?</a:t>
            </a:r>
            <a:endParaRPr lang="da-DK" sz="2000" i="1" baseline="-25000" dirty="0">
              <a:latin typeface="+mn-lt"/>
            </a:endParaRPr>
          </a:p>
        </p:txBody>
      </p:sp>
      <p:cxnSp>
        <p:nvCxnSpPr>
          <p:cNvPr id="5" name="Lige pilforbindelse 4"/>
          <p:cNvCxnSpPr/>
          <p:nvPr/>
        </p:nvCxnSpPr>
        <p:spPr>
          <a:xfrm flipH="1">
            <a:off x="5082712" y="768656"/>
            <a:ext cx="527731" cy="2012362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itel 1"/>
          <p:cNvSpPr txBox="1">
            <a:spLocks/>
          </p:cNvSpPr>
          <p:nvPr/>
        </p:nvSpPr>
        <p:spPr>
          <a:xfrm>
            <a:off x="3887130" y="5734812"/>
            <a:ext cx="1368152" cy="435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000" i="1" dirty="0">
                <a:latin typeface="+mn-lt"/>
              </a:rPr>
              <a:t>Figur 2.31</a:t>
            </a:r>
            <a:endParaRPr lang="da-DK" sz="2000" i="1" baseline="-25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50068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2" name="Picture 4" descr="AAAZYQX0.EPS                                                   00056AF1Hard Drive-Seat One            B36702C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768343"/>
            <a:ext cx="6999287" cy="48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el 1"/>
          <p:cNvSpPr txBox="1">
            <a:spLocks/>
          </p:cNvSpPr>
          <p:nvPr/>
        </p:nvSpPr>
        <p:spPr>
          <a:xfrm>
            <a:off x="5346577" y="332656"/>
            <a:ext cx="2537791" cy="435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>
                <a:latin typeface="+mn-lt"/>
              </a:rPr>
              <a:t>Hvad er så dette?</a:t>
            </a:r>
            <a:endParaRPr lang="da-DK" sz="2000" i="1" baseline="-25000" dirty="0">
              <a:latin typeface="+mn-lt"/>
            </a:endParaRPr>
          </a:p>
        </p:txBody>
      </p:sp>
      <p:cxnSp>
        <p:nvCxnSpPr>
          <p:cNvPr id="5" name="Lige pilforbindelse 4"/>
          <p:cNvCxnSpPr/>
          <p:nvPr/>
        </p:nvCxnSpPr>
        <p:spPr>
          <a:xfrm flipH="1">
            <a:off x="5082712" y="768656"/>
            <a:ext cx="527731" cy="2012362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itel 1"/>
          <p:cNvSpPr txBox="1">
            <a:spLocks/>
          </p:cNvSpPr>
          <p:nvPr/>
        </p:nvSpPr>
        <p:spPr>
          <a:xfrm>
            <a:off x="3887130" y="5734812"/>
            <a:ext cx="1368152" cy="435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000" i="1" dirty="0">
                <a:latin typeface="+mn-lt"/>
              </a:rPr>
              <a:t>Figur 2.31</a:t>
            </a:r>
            <a:endParaRPr lang="da-DK" sz="2000" i="1" baseline="-25000" dirty="0">
              <a:latin typeface="+mn-lt"/>
            </a:endParaRPr>
          </a:p>
        </p:txBody>
      </p:sp>
      <p:sp>
        <p:nvSpPr>
          <p:cNvPr id="9" name="Rektangel 8"/>
          <p:cNvSpPr/>
          <p:nvPr/>
        </p:nvSpPr>
        <p:spPr>
          <a:xfrm>
            <a:off x="6156176" y="6305595"/>
            <a:ext cx="24482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a-DK" sz="2000" i="1" dirty="0">
                <a:solidFill>
                  <a:srgbClr val="FF0000"/>
                </a:solidFill>
              </a:rPr>
              <a:t>Definition af </a:t>
            </a:r>
            <a:r>
              <a:rPr lang="da-DK" sz="2000" b="1" i="1" dirty="0">
                <a:solidFill>
                  <a:srgbClr val="FF0000"/>
                </a:solidFill>
              </a:rPr>
              <a:t>SR</a:t>
            </a:r>
            <a:r>
              <a:rPr lang="da-DK" sz="2000" i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6FA773BD-6028-46EB-BC4E-E669FE955DA3}"/>
              </a:ext>
            </a:extLst>
          </p:cNvPr>
          <p:cNvSpPr/>
          <p:nvPr/>
        </p:nvSpPr>
        <p:spPr>
          <a:xfrm>
            <a:off x="107504" y="6305752"/>
            <a:ext cx="61926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000" b="1" i="1" dirty="0" err="1">
                <a:solidFill>
                  <a:srgbClr val="FF0000"/>
                </a:solidFill>
              </a:rPr>
              <a:t>Slewrate</a:t>
            </a:r>
            <a:r>
              <a:rPr lang="da-DK" sz="2000" i="1" dirty="0">
                <a:solidFill>
                  <a:srgbClr val="FF0000"/>
                </a:solidFill>
              </a:rPr>
              <a:t> begrænsning er også et </a:t>
            </a:r>
            <a:r>
              <a:rPr lang="da-DK" sz="2000" b="1" i="1" dirty="0" err="1">
                <a:solidFill>
                  <a:srgbClr val="FF0000"/>
                </a:solidFill>
              </a:rPr>
              <a:t>mætningsfænomén</a:t>
            </a:r>
            <a:r>
              <a:rPr lang="da-DK" sz="2000" i="1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2926433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702240"/>
            <a:ext cx="7704856" cy="4751096"/>
          </a:xfrm>
          <a:prstGeom prst="rect">
            <a:avLst/>
          </a:prstGeom>
        </p:spPr>
      </p:pic>
      <p:sp>
        <p:nvSpPr>
          <p:cNvPr id="5" name="Titel 1"/>
          <p:cNvSpPr txBox="1">
            <a:spLocks/>
          </p:cNvSpPr>
          <p:nvPr/>
        </p:nvSpPr>
        <p:spPr>
          <a:xfrm>
            <a:off x="35496" y="44624"/>
            <a:ext cx="3312368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dirty="0">
                <a:latin typeface="+mn-lt"/>
              </a:rPr>
              <a:t>LF355/LF356/LF357</a:t>
            </a:r>
          </a:p>
        </p:txBody>
      </p:sp>
    </p:spTree>
    <p:extLst>
      <p:ext uri="{BB962C8B-B14F-4D97-AF65-F5344CB8AC3E}">
        <p14:creationId xmlns:p14="http://schemas.microsoft.com/office/powerpoint/2010/main" val="21130574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 txBox="1">
            <a:spLocks/>
          </p:cNvSpPr>
          <p:nvPr/>
        </p:nvSpPr>
        <p:spPr>
          <a:xfrm>
            <a:off x="35496" y="44624"/>
            <a:ext cx="6984776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dirty="0">
                <a:latin typeface="+mn-lt"/>
              </a:rPr>
              <a:t>Dynamiske parametre for LF355/LF356/LF357</a:t>
            </a:r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867413"/>
            <a:ext cx="8263404" cy="393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4321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/>
          <p:cNvSpPr/>
          <p:nvPr/>
        </p:nvSpPr>
        <p:spPr>
          <a:xfrm>
            <a:off x="251520" y="1556793"/>
            <a:ext cx="3672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>
                <a:solidFill>
                  <a:srgbClr val="FF0000"/>
                </a:solidFill>
              </a:rPr>
              <a:t>Dynamisk 3-dB båndbredde</a:t>
            </a:r>
          </a:p>
        </p:txBody>
      </p:sp>
      <p:sp>
        <p:nvSpPr>
          <p:cNvPr id="6" name="Rektangel 5"/>
          <p:cNvSpPr/>
          <p:nvPr/>
        </p:nvSpPr>
        <p:spPr>
          <a:xfrm>
            <a:off x="4716016" y="1556792"/>
            <a:ext cx="31880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>
                <a:solidFill>
                  <a:srgbClr val="FF0000"/>
                </a:solidFill>
              </a:rPr>
              <a:t>Full-Power båndbredde</a:t>
            </a:r>
          </a:p>
        </p:txBody>
      </p:sp>
      <p:sp>
        <p:nvSpPr>
          <p:cNvPr id="7" name="Rektangel 6"/>
          <p:cNvSpPr/>
          <p:nvPr/>
        </p:nvSpPr>
        <p:spPr>
          <a:xfrm>
            <a:off x="3635896" y="2288024"/>
            <a:ext cx="1440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400" i="1" dirty="0"/>
              <a:t>Forskel?</a:t>
            </a:r>
          </a:p>
        </p:txBody>
      </p:sp>
      <p:sp>
        <p:nvSpPr>
          <p:cNvPr id="15" name="Titel 1"/>
          <p:cNvSpPr txBox="1">
            <a:spLocks/>
          </p:cNvSpPr>
          <p:nvPr/>
        </p:nvSpPr>
        <p:spPr>
          <a:xfrm>
            <a:off x="6679931" y="1924345"/>
            <a:ext cx="936104" cy="352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600" i="1" dirty="0">
                <a:latin typeface="+mn-lt"/>
              </a:rPr>
              <a:t>(side 93)</a:t>
            </a:r>
            <a:endParaRPr lang="da-DK" sz="1600" i="1" baseline="-25000" dirty="0">
              <a:latin typeface="+mn-lt"/>
            </a:endParaRPr>
          </a:p>
        </p:txBody>
      </p:sp>
      <p:sp>
        <p:nvSpPr>
          <p:cNvPr id="16" name="Titel 1"/>
          <p:cNvSpPr txBox="1">
            <a:spLocks/>
          </p:cNvSpPr>
          <p:nvPr/>
        </p:nvSpPr>
        <p:spPr>
          <a:xfrm>
            <a:off x="323528" y="1924345"/>
            <a:ext cx="936104" cy="352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600" i="1" dirty="0">
                <a:latin typeface="+mn-lt"/>
              </a:rPr>
              <a:t>(side 86)</a:t>
            </a:r>
            <a:endParaRPr lang="da-DK" sz="1600" i="1" baseline="-25000" dirty="0">
              <a:latin typeface="+mn-lt"/>
            </a:endParaRPr>
          </a:p>
        </p:txBody>
      </p:sp>
      <p:sp>
        <p:nvSpPr>
          <p:cNvPr id="12" name="Rektangel 11"/>
          <p:cNvSpPr/>
          <p:nvPr/>
        </p:nvSpPr>
        <p:spPr>
          <a:xfrm>
            <a:off x="35496" y="44624"/>
            <a:ext cx="8064896" cy="523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/>
              <a:t>Dynamisk båndbredde contra Full-Power båndbredde</a:t>
            </a:r>
          </a:p>
        </p:txBody>
      </p:sp>
    </p:spTree>
    <p:extLst>
      <p:ext uri="{BB962C8B-B14F-4D97-AF65-F5344CB8AC3E}">
        <p14:creationId xmlns:p14="http://schemas.microsoft.com/office/powerpoint/2010/main" val="156116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4EE2B-888C-34E5-5169-BAD9472B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23C9AFC3-6C62-1F5A-C1C6-1876E2E39FCA}"/>
              </a:ext>
            </a:extLst>
          </p:cNvPr>
          <p:cNvSpPr/>
          <p:nvPr/>
        </p:nvSpPr>
        <p:spPr>
          <a:xfrm>
            <a:off x="251520" y="1556793"/>
            <a:ext cx="3672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>
                <a:solidFill>
                  <a:srgbClr val="FF0000"/>
                </a:solidFill>
              </a:rPr>
              <a:t>Dynamisk 3-dB båndbredde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56BCC8D0-2D35-729F-5FC6-960705CF042C}"/>
              </a:ext>
            </a:extLst>
          </p:cNvPr>
          <p:cNvSpPr/>
          <p:nvPr/>
        </p:nvSpPr>
        <p:spPr>
          <a:xfrm>
            <a:off x="4716016" y="1556792"/>
            <a:ext cx="31880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>
                <a:solidFill>
                  <a:srgbClr val="FF0000"/>
                </a:solidFill>
              </a:rPr>
              <a:t>Full-Power båndbredde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61B55F23-BA1D-C820-0B08-AFB69618DB65}"/>
              </a:ext>
            </a:extLst>
          </p:cNvPr>
          <p:cNvSpPr/>
          <p:nvPr/>
        </p:nvSpPr>
        <p:spPr>
          <a:xfrm>
            <a:off x="3635896" y="2288024"/>
            <a:ext cx="1440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400" i="1" dirty="0"/>
              <a:t>Forskel?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37929B38-6D85-A365-6F2A-E8A086F67624}"/>
              </a:ext>
            </a:extLst>
          </p:cNvPr>
          <p:cNvSpPr txBox="1">
            <a:spLocks/>
          </p:cNvSpPr>
          <p:nvPr/>
        </p:nvSpPr>
        <p:spPr>
          <a:xfrm>
            <a:off x="6679931" y="1924345"/>
            <a:ext cx="936104" cy="352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600" i="1" dirty="0">
                <a:latin typeface="+mn-lt"/>
              </a:rPr>
              <a:t>(side 93)</a:t>
            </a:r>
            <a:endParaRPr lang="da-DK" sz="1600" i="1" baseline="-25000" dirty="0">
              <a:latin typeface="+mn-lt"/>
            </a:endParaRP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DE635ED4-8092-9D6E-769C-C9633AB38A4C}"/>
              </a:ext>
            </a:extLst>
          </p:cNvPr>
          <p:cNvSpPr txBox="1">
            <a:spLocks/>
          </p:cNvSpPr>
          <p:nvPr/>
        </p:nvSpPr>
        <p:spPr>
          <a:xfrm>
            <a:off x="323528" y="1924345"/>
            <a:ext cx="936104" cy="352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600" i="1" dirty="0">
                <a:latin typeface="+mn-lt"/>
              </a:rPr>
              <a:t>(side 86)</a:t>
            </a:r>
            <a:endParaRPr lang="da-DK" sz="1600" i="1" baseline="-25000" dirty="0">
              <a:latin typeface="+mn-lt"/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82191C6F-0C50-5B8C-2027-AAB57A44B49C}"/>
              </a:ext>
            </a:extLst>
          </p:cNvPr>
          <p:cNvSpPr/>
          <p:nvPr/>
        </p:nvSpPr>
        <p:spPr>
          <a:xfrm>
            <a:off x="35496" y="44624"/>
            <a:ext cx="8064896" cy="523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/>
              <a:t>Dynamisk båndbredde contra Full-Power båndbredde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86020E99-AB2D-7632-08DC-1790617C6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3478590"/>
            <a:ext cx="3474961" cy="1822617"/>
          </a:xfrm>
          <a:prstGeom prst="rect">
            <a:avLst/>
          </a:prstGeom>
        </p:spPr>
      </p:pic>
      <p:grpSp>
        <p:nvGrpSpPr>
          <p:cNvPr id="5" name="Gruppe 4">
            <a:extLst>
              <a:ext uri="{FF2B5EF4-FFF2-40B4-BE49-F238E27FC236}">
                <a16:creationId xmlns:a16="http://schemas.microsoft.com/office/drawing/2014/main" id="{793F5147-210A-F2D0-21E5-16CAB61AC107}"/>
              </a:ext>
            </a:extLst>
          </p:cNvPr>
          <p:cNvGrpSpPr/>
          <p:nvPr/>
        </p:nvGrpSpPr>
        <p:grpSpPr>
          <a:xfrm>
            <a:off x="5148064" y="3674838"/>
            <a:ext cx="2713844" cy="1899326"/>
            <a:chOff x="6156176" y="629893"/>
            <a:chExt cx="1703625" cy="2460501"/>
          </a:xfrm>
        </p:grpSpPr>
        <p:sp>
          <p:nvSpPr>
            <p:cNvPr id="8" name="Undertitel 2">
              <a:extLst>
                <a:ext uri="{FF2B5EF4-FFF2-40B4-BE49-F238E27FC236}">
                  <a16:creationId xmlns:a16="http://schemas.microsoft.com/office/drawing/2014/main" id="{059F9180-1D12-D572-8654-2A01CDD5B4CC}"/>
                </a:ext>
              </a:extLst>
            </p:cNvPr>
            <p:cNvSpPr txBox="1">
              <a:spLocks/>
            </p:cNvSpPr>
            <p:nvPr/>
          </p:nvSpPr>
          <p:spPr>
            <a:xfrm>
              <a:off x="6156176" y="1066332"/>
              <a:ext cx="1703625" cy="378704"/>
            </a:xfrm>
            <a:prstGeom prst="rect">
              <a:avLst/>
            </a:prstGeom>
          </p:spPr>
          <p:txBody>
            <a:bodyPr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400" i="1" dirty="0"/>
                <a:t>A</a:t>
              </a:r>
              <a:r>
                <a:rPr lang="da-DK" sz="1400" i="1" baseline="-25000" dirty="0"/>
                <a:t>0OL</a:t>
              </a:r>
              <a:r>
                <a:rPr lang="da-DK" sz="1400" i="1" dirty="0"/>
                <a:t> = A</a:t>
              </a:r>
              <a:r>
                <a:rPr lang="da-DK" sz="1400" i="1" baseline="-25000" dirty="0"/>
                <a:t>OL</a:t>
              </a:r>
              <a:r>
                <a:rPr lang="da-DK" sz="1400" i="1" dirty="0"/>
                <a:t>(0) = 120 dB; </a:t>
              </a:r>
              <a:r>
                <a:rPr lang="da-DK" sz="1400" i="1" dirty="0" err="1"/>
                <a:t>f</a:t>
              </a:r>
              <a:r>
                <a:rPr lang="da-DK" sz="1400" i="1" baseline="-25000" dirty="0" err="1"/>
                <a:t>BOL</a:t>
              </a:r>
              <a:r>
                <a:rPr lang="da-DK" sz="1400" i="1" dirty="0"/>
                <a:t> = 10 Hz</a:t>
              </a:r>
              <a:endParaRPr lang="da-DK" sz="14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9" name="Undertitel 2">
              <a:extLst>
                <a:ext uri="{FF2B5EF4-FFF2-40B4-BE49-F238E27FC236}">
                  <a16:creationId xmlns:a16="http://schemas.microsoft.com/office/drawing/2014/main" id="{A66AEB25-E9EC-25DE-7FCE-F8458F4CBC79}"/>
                </a:ext>
              </a:extLst>
            </p:cNvPr>
            <p:cNvSpPr txBox="1">
              <a:spLocks/>
            </p:cNvSpPr>
            <p:nvPr/>
          </p:nvSpPr>
          <p:spPr>
            <a:xfrm>
              <a:off x="6156176" y="1502771"/>
              <a:ext cx="1703625" cy="353605"/>
            </a:xfrm>
            <a:prstGeom prst="rect">
              <a:avLst/>
            </a:prstGeom>
          </p:spPr>
          <p:txBody>
            <a:bodyPr>
              <a:normAutofit fontScale="92500"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400" i="1" dirty="0"/>
                <a:t>SR = 5 V/µs</a:t>
              </a:r>
              <a:endParaRPr lang="da-DK" sz="14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0" name="Undertitel 2">
              <a:extLst>
                <a:ext uri="{FF2B5EF4-FFF2-40B4-BE49-F238E27FC236}">
                  <a16:creationId xmlns:a16="http://schemas.microsoft.com/office/drawing/2014/main" id="{79A7A17F-508A-4DED-4908-7CC74EDB0775}"/>
                </a:ext>
              </a:extLst>
            </p:cNvPr>
            <p:cNvSpPr txBox="1">
              <a:spLocks/>
            </p:cNvSpPr>
            <p:nvPr/>
          </p:nvSpPr>
          <p:spPr>
            <a:xfrm>
              <a:off x="6156176" y="1914111"/>
              <a:ext cx="1703625" cy="353605"/>
            </a:xfrm>
            <a:prstGeom prst="rect">
              <a:avLst/>
            </a:prstGeom>
          </p:spPr>
          <p:txBody>
            <a:bodyPr>
              <a:normAutofit fontScale="92500"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400" i="1" dirty="0"/>
                <a:t>R</a:t>
              </a:r>
              <a:r>
                <a:rPr lang="da-DK" sz="1400" i="1" baseline="-25000" dirty="0"/>
                <a:t>1</a:t>
              </a:r>
              <a:r>
                <a:rPr lang="da-DK" sz="1400" i="1" dirty="0"/>
                <a:t> = 1 kΩ</a:t>
              </a:r>
              <a:endParaRPr lang="da-DK" sz="14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1" name="Undertitel 2">
              <a:extLst>
                <a:ext uri="{FF2B5EF4-FFF2-40B4-BE49-F238E27FC236}">
                  <a16:creationId xmlns:a16="http://schemas.microsoft.com/office/drawing/2014/main" id="{123F1323-8080-49E6-3D8E-C3106AC39E13}"/>
                </a:ext>
              </a:extLst>
            </p:cNvPr>
            <p:cNvSpPr txBox="1">
              <a:spLocks/>
            </p:cNvSpPr>
            <p:nvPr/>
          </p:nvSpPr>
          <p:spPr>
            <a:xfrm>
              <a:off x="6156176" y="629893"/>
              <a:ext cx="1703625" cy="378705"/>
            </a:xfrm>
            <a:prstGeom prst="rect">
              <a:avLst/>
            </a:prstGeom>
          </p:spPr>
          <p:txBody>
            <a:bodyPr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400" i="1" dirty="0"/>
                <a:t>v</a:t>
              </a:r>
              <a:r>
                <a:rPr lang="da-DK" sz="1400" i="1" baseline="-25000" dirty="0"/>
                <a:t>in</a:t>
              </a:r>
              <a:r>
                <a:rPr lang="da-DK" sz="1400" i="1" dirty="0"/>
                <a:t> = 1∙ sin(</a:t>
              </a:r>
              <a:r>
                <a:rPr lang="el-GR" sz="1400" i="1" dirty="0"/>
                <a:t>ω</a:t>
              </a:r>
              <a:r>
                <a:rPr lang="en-US" sz="1400" i="1" dirty="0"/>
                <a:t>t) [</a:t>
              </a:r>
              <a:r>
                <a:rPr lang="da-DK" sz="1400" i="1" dirty="0"/>
                <a:t>V]</a:t>
              </a:r>
              <a:endParaRPr lang="da-DK" sz="14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3" name="Undertitel 2">
              <a:extLst>
                <a:ext uri="{FF2B5EF4-FFF2-40B4-BE49-F238E27FC236}">
                  <a16:creationId xmlns:a16="http://schemas.microsoft.com/office/drawing/2014/main" id="{B90085B9-0B97-E364-A2C5-0EC118C638F4}"/>
                </a:ext>
              </a:extLst>
            </p:cNvPr>
            <p:cNvSpPr txBox="1">
              <a:spLocks/>
            </p:cNvSpPr>
            <p:nvPr/>
          </p:nvSpPr>
          <p:spPr>
            <a:xfrm>
              <a:off x="6156176" y="2325451"/>
              <a:ext cx="1703625" cy="353605"/>
            </a:xfrm>
            <a:prstGeom prst="rect">
              <a:avLst/>
            </a:prstGeom>
          </p:spPr>
          <p:txBody>
            <a:bodyPr>
              <a:normAutofit fontScale="92500"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400" i="1" dirty="0"/>
                <a:t>R</a:t>
              </a:r>
              <a:r>
                <a:rPr lang="da-DK" sz="1400" i="1" baseline="-25000" dirty="0"/>
                <a:t>2</a:t>
              </a:r>
              <a:r>
                <a:rPr lang="da-DK" sz="1400" i="1" dirty="0"/>
                <a:t> = 9 kΩ</a:t>
              </a:r>
              <a:endParaRPr lang="da-DK" sz="14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4" name="Undertitel 2">
              <a:extLst>
                <a:ext uri="{FF2B5EF4-FFF2-40B4-BE49-F238E27FC236}">
                  <a16:creationId xmlns:a16="http://schemas.microsoft.com/office/drawing/2014/main" id="{FC5A0C83-3BF9-BED4-DF89-C6955B0A3928}"/>
                </a:ext>
              </a:extLst>
            </p:cNvPr>
            <p:cNvSpPr txBox="1">
              <a:spLocks/>
            </p:cNvSpPr>
            <p:nvPr/>
          </p:nvSpPr>
          <p:spPr>
            <a:xfrm>
              <a:off x="6156176" y="2736789"/>
              <a:ext cx="1703625" cy="353605"/>
            </a:xfrm>
            <a:prstGeom prst="rect">
              <a:avLst/>
            </a:prstGeom>
          </p:spPr>
          <p:txBody>
            <a:bodyPr>
              <a:normAutofit fontScale="92500"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400" i="1" dirty="0"/>
                <a:t>R</a:t>
              </a:r>
              <a:r>
                <a:rPr lang="da-DK" sz="1400" i="1" baseline="-25000" dirty="0"/>
                <a:t>L</a:t>
              </a:r>
              <a:r>
                <a:rPr lang="da-DK" sz="1400" i="1" dirty="0"/>
                <a:t> = 47 kΩ</a:t>
              </a:r>
              <a:endParaRPr lang="da-DK" sz="1400" b="1" i="1" baseline="-25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3" name="Rektangel 22">
            <a:extLst>
              <a:ext uri="{FF2B5EF4-FFF2-40B4-BE49-F238E27FC236}">
                <a16:creationId xmlns:a16="http://schemas.microsoft.com/office/drawing/2014/main" id="{ED6904D4-627D-DA4B-694E-F33F3E6A2669}"/>
              </a:ext>
            </a:extLst>
          </p:cNvPr>
          <p:cNvSpPr/>
          <p:nvPr/>
        </p:nvSpPr>
        <p:spPr>
          <a:xfrm>
            <a:off x="827584" y="5711710"/>
            <a:ext cx="39604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400" i="1" dirty="0"/>
              <a:t>Hvilken båndbredde bliver den begrænsende her?</a:t>
            </a:r>
          </a:p>
        </p:txBody>
      </p:sp>
    </p:spTree>
    <p:extLst>
      <p:ext uri="{BB962C8B-B14F-4D97-AF65-F5344CB8AC3E}">
        <p14:creationId xmlns:p14="http://schemas.microsoft.com/office/powerpoint/2010/main" val="11494603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dertitel 2"/>
          <p:cNvSpPr txBox="1">
            <a:spLocks/>
          </p:cNvSpPr>
          <p:nvPr/>
        </p:nvSpPr>
        <p:spPr>
          <a:xfrm>
            <a:off x="611560" y="1988840"/>
            <a:ext cx="7920880" cy="18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4400" b="1" i="1" dirty="0">
                <a:solidFill>
                  <a:schemeClr val="tx1"/>
                </a:solidFill>
              </a:rPr>
              <a:t>Midtvejsdiskussion</a:t>
            </a:r>
          </a:p>
          <a:p>
            <a:r>
              <a:rPr lang="da-DK" sz="4400" b="1" i="1" dirty="0">
                <a:solidFill>
                  <a:schemeClr val="tx1"/>
                </a:solidFill>
              </a:rPr>
              <a:t>tirsdag den 11. marts</a:t>
            </a:r>
          </a:p>
        </p:txBody>
      </p:sp>
    </p:spTree>
    <p:extLst>
      <p:ext uri="{BB962C8B-B14F-4D97-AF65-F5344CB8AC3E}">
        <p14:creationId xmlns:p14="http://schemas.microsoft.com/office/powerpoint/2010/main" val="28947823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70705" y="3044261"/>
            <a:ext cx="1223278" cy="760350"/>
          </a:xfrm>
        </p:spPr>
        <p:txBody>
          <a:bodyPr>
            <a:noAutofit/>
          </a:bodyPr>
          <a:lstStyle/>
          <a:p>
            <a:r>
              <a:rPr lang="da-DK" sz="7200" b="1" i="1" dirty="0"/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489305817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2827</TotalTime>
  <Words>1139</Words>
  <Application>Microsoft Office PowerPoint</Application>
  <PresentationFormat>Skærmshow (4:3)</PresentationFormat>
  <Paragraphs>188</Paragraphs>
  <Slides>50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50</vt:i4>
      </vt:variant>
    </vt:vector>
  </HeadingPairs>
  <TitlesOfParts>
    <vt:vector size="55" baseType="lpstr">
      <vt:lpstr>Arial</vt:lpstr>
      <vt:lpstr>Calibri</vt:lpstr>
      <vt:lpstr>Cambria Math</vt:lpstr>
      <vt:lpstr>Wingdings</vt:lpstr>
      <vt:lpstr>Kontortema</vt:lpstr>
      <vt:lpstr>ELE-plan for i dag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AOL</vt:lpstr>
      <vt:lpstr>AOL frekvensafhængig</vt:lpstr>
      <vt:lpstr>AOL frekvensafhængig</vt:lpstr>
      <vt:lpstr>AOL frekvensafhængig</vt:lpstr>
      <vt:lpstr>Amplitude og fase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C6</vt:lpstr>
      <vt:lpstr>Frekvensforhold for lukketsløjfeforstærkningen ACL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C4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ELE2</dc:title>
  <dc:creator>Jan Petersen</dc:creator>
  <cp:lastModifiedBy>Jan Petersen</cp:lastModifiedBy>
  <cp:revision>312</cp:revision>
  <cp:lastPrinted>2017-02-24T10:33:42Z</cp:lastPrinted>
  <dcterms:created xsi:type="dcterms:W3CDTF">2013-01-28T12:22:54Z</dcterms:created>
  <dcterms:modified xsi:type="dcterms:W3CDTF">2025-02-24T08:29:34Z</dcterms:modified>
</cp:coreProperties>
</file>